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Время, ч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Вручную</c:v>
                </c:pt>
                <c:pt idx="1">
                  <c:v>С сервисом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Экономия времени, ч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Sheet1!$A$2:$A$3</c:f>
              <c:strCache>
                <c:ptCount val="2"/>
                <c:pt idx="0">
                  <c:v>Вручную</c:v>
                </c:pt>
                <c:pt idx="1">
                  <c:v>С сервисом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2.67</c:v>
                </c:pt>
                <c:pt idx="1">
                  <c:v>2.67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6E6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7E6E6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1000">
              <a:solidFill>
                <a:srgbClr val="00000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0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hlinkClick r:id="rId3"/>
            <a:extLst>
              <a:ext uri="{FF2B5EF4-FFF2-40B4-BE49-F238E27FC236}">
                <a16:creationId xmlns:a16="http://schemas.microsoft.com/office/drawing/2014/main" id="{E5B58264-EB9E-4B14-A187-A0FD80FA11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DA8C80-26FB-4CAC-B495-28CD13A723A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Проблема: долгое создание презентаций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207263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Создание типовой презентации занимает </a:t>
            </a:r>
            <a:r>
              <a:rPr b="1" sz="1400">
                <a:solidFill>
                  <a:srgbClr val="000000"/>
                </a:solidFill>
                <a:latin typeface="Calibri"/>
              </a:rPr>
              <a:t>2–4 часа</a:t>
            </a:r>
            <a:r>
              <a:rPr sz="140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Основное время тратится на оформление.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До </a:t>
            </a:r>
            <a:r>
              <a:rPr b="1" sz="1400">
                <a:solidFill>
                  <a:srgbClr val="000000"/>
                </a:solidFill>
                <a:latin typeface="Calibri"/>
              </a:rPr>
              <a:t>60% времени</a:t>
            </a:r>
            <a:r>
              <a:rPr sz="1400">
                <a:solidFill>
                  <a:srgbClr val="000000"/>
                </a:solidFill>
                <a:latin typeface="Calibri"/>
              </a:rPr>
              <a:t> уходит на оформление.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Решение: автоматическая генерация презентаций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Сокращает время подготовки типовой презентации в 8–10 раз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Создаёт готовые слайды за несколько минут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171695"/>
            <a:ext cx="40548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4246695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4336695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4421695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4506695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927" y="4231695"/>
            <a:ext cx="38160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Быстрое создание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Автоматическое формирование слайдов за несколько минут вместо нескольких часов ручной работы.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4171695"/>
            <a:ext cx="40548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4246695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4336695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4421695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4506695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727" y="4231695"/>
            <a:ext cx="38160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Корпоративный стиль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Гарантирует соответствие корпоративному стилю и оформлению.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60422"/>
            <a:ext cx="40548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4535422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625422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710422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795422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927" y="4520422"/>
            <a:ext cx="38160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Масштабирование лучших шаблонов и практик для всей команды.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2000" y="4460422"/>
            <a:ext cx="40548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12000" y="4535422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77000" y="4625422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77000" y="4710422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77000" y="4795422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727" y="4520422"/>
            <a:ext cx="38160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Анализ данных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Выделение ключевых мыслей и автоматическое строительство структуры презентации.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Принцип работы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AI анализирует входные данные и выделяет ключевые мысли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Система строит структуру презентации и выбирает шаблон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547872"/>
            <a:ext cx="3657600" cy="1184148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AI формирует структурированный JSON для генерации слайдов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Система проверяет результат и корректирует ошибки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Контроль качества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700337"/>
          <a:ext cx="8229600" cy="192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82203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Calibri"/>
                        </a:rPr>
                        <a:t>Цель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Корректная сборка layout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≥95%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Соответствие корпоративному стилю</a:t>
                      </a:r>
                    </a:p>
                  </a:txBody>
                  <a:tcPr marL="101600" marR="101600" marT="63500" marB="6350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≥90%</a:t>
                      </a:r>
                    </a:p>
                  </a:txBody>
                  <a:tcPr marL="101600" marR="101600" marT="63500" marB="63500">
                    <a:solidFill>
                      <a:srgbClr val="E7E6E6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Слайды, требующие ручной правки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≤10%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Бизнес-эффект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00337"/>
            <a:ext cx="8229600" cy="1928812"/>
          </a:xfrm>
          <a:prstGeom prst="roundRect">
            <a:avLst/>
          </a:prstGeom>
          <a:solidFill>
            <a:srgbClr val="FFFFFF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57200" y="2800337"/>
          <a:ext cx="8029600" cy="17288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Преимущества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5541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Единый корпоративный стиль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Меньше ручной рутины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Быстрее подготовка материалов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143755"/>
            <a:ext cx="4054800" cy="18269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4218755"/>
            <a:ext cx="32697" cy="3269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4308755"/>
            <a:ext cx="-40867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4393755"/>
            <a:ext cx="-6616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4478755"/>
            <a:ext cx="-8562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897" y="4203755"/>
            <a:ext cx="3802103" cy="626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Концентрация на ключевых данных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Сотрудник может сосредоточиться на анализе и выводах, а не на вёрстке.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4143755"/>
            <a:ext cx="4054800" cy="18269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4218755"/>
            <a:ext cx="32697" cy="3269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4308755"/>
            <a:ext cx="-40867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4393755"/>
            <a:ext cx="-6616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4478755"/>
            <a:ext cx="-8562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4697" y="4203755"/>
            <a:ext cx="3802103" cy="626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Быстрая генерация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Создание презентации занимает всего несколько минут вместо нескольких часов.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46452"/>
            <a:ext cx="4054800" cy="18269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4521452"/>
            <a:ext cx="32697" cy="3269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611452"/>
            <a:ext cx="-40867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696452"/>
            <a:ext cx="-6616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781452"/>
            <a:ext cx="-8562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897" y="4506452"/>
            <a:ext cx="3802103" cy="626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Унифицированный подход позволяет легко масштабировать лучшие практики и шаблоны.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Развитие продукта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00337"/>
            <a:ext cx="2643200" cy="91868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00337"/>
            <a:ext cx="58000" cy="91868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200" y="2820337"/>
            <a:ext cx="306228" cy="3062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428" y="2805337"/>
            <a:ext cx="2016972" cy="356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Работа с PDF, DOCX и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3196565"/>
            <a:ext cx="2373200" cy="332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Добавление поддержки популярных форматов документов для удобства пользователей.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400" y="2700337"/>
            <a:ext cx="2643200" cy="91868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0400" y="2700337"/>
            <a:ext cx="58000" cy="91868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0400" y="2820337"/>
            <a:ext cx="306228" cy="3062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6628" y="2805337"/>
            <a:ext cx="2016972" cy="356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Автоматизация генерации графиков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00" y="3196565"/>
            <a:ext cx="2373200" cy="332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Создание интеллектуальных алгоритмов для быстрой визуализации данных.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3600" y="2700337"/>
            <a:ext cx="2643200" cy="91868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3600" y="2700337"/>
            <a:ext cx="58000" cy="91868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3600" y="2820337"/>
            <a:ext cx="306228" cy="30622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9828" y="2805337"/>
            <a:ext cx="2016972" cy="356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Интеграции с корпоративными системами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600" y="3196565"/>
            <a:ext cx="2373200" cy="332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Соединение сервиса с внутренними платформами для автоматизации процессов.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10463"/>
            <a:ext cx="4054800" cy="399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7200" y="3785463"/>
            <a:ext cx="249343" cy="24934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3875463"/>
            <a:ext cx="5012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200" y="3960463"/>
            <a:ext cx="81153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2200" y="4045463"/>
            <a:ext cx="105021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543" y="3770463"/>
            <a:ext cx="3585457" cy="279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Улучшенная безопасность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Защита данных при работе с различными форматами файлов.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2000" y="3710463"/>
            <a:ext cx="4054800" cy="399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12000" y="3785463"/>
            <a:ext cx="249343" cy="24934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77000" y="3875463"/>
            <a:ext cx="5012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7000" y="3960463"/>
            <a:ext cx="81153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77000" y="4045463"/>
            <a:ext cx="105021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1343" y="3770463"/>
            <a:ext cx="3585457" cy="279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Быстрое выполнение задач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Оптимизация алгоритмов для быстрой обработки и визуализации данных.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29806"/>
            <a:ext cx="4054800" cy="399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7200" y="4304806"/>
            <a:ext cx="249343" cy="24934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2200" y="4394806"/>
            <a:ext cx="5012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2200" y="4479806"/>
            <a:ext cx="81153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2200" y="4564806"/>
            <a:ext cx="105021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543" y="4289806"/>
            <a:ext cx="3585457" cy="279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Поддержка работы с большими объемами данных и множеством пользователей.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Компетентность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Эксперты в области искусственного интеллекта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Опытные разработчики корпоративных презентаций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547872"/>
            <a:ext cx="3657600" cy="109981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Основатель сервиса: "Мы знаем, как создать эффективную презентацию"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Сравнение с конкурентами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00337"/>
            <a:ext cx="4024800" cy="1928812"/>
          </a:xfrm>
          <a:prstGeom prst="roundRect">
            <a:avLst/>
          </a:prstGeom>
          <a:solidFill>
            <a:srgbClr val="E7E6E6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00337"/>
            <a:ext cx="4024800" cy="48220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На рынке нет аналогичного сервиса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3252540"/>
            <a:ext cx="3844800" cy="1306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Автоматизация создания презентаций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Соблюдение корпоративного стиля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2000" y="2700337"/>
            <a:ext cx="4024800" cy="1928812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2000" y="2700337"/>
            <a:ext cx="4024800" cy="48220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Наш сервис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2000" y="3252540"/>
            <a:ext cx="3844800" cy="1306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Автоматизирует создание презентаций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Гарантирует соблюдение корпоративного стиля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Завершение и 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Пилот завершается в ближайшем времени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Продукт масштабируется для широкого использования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638</Words>
  <Application>Microsoft Office PowerPoint</Application>
  <PresentationFormat>Экран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presentation-creation.ru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Кибербезопасность, презентация с сайта presentation-creation.ru</dc:title>
  <dc:subject>presentation-creation.ru</dc:subject>
  <dc:creator>presentation-creation.ru</dc:creator>
  <cp:lastModifiedBy>User Obstinate</cp:lastModifiedBy>
  <cp:revision>4</cp:revision>
  <dcterms:created xsi:type="dcterms:W3CDTF">2026-05-20T15:45:47Z</dcterms:created>
  <dcterms:modified xsi:type="dcterms:W3CDTF">2026-05-24T12:04:10Z</dcterms:modified>
</cp:coreProperties>
</file>