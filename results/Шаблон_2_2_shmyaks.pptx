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Создание корпоративной презентации занимает от 2 до 4 часов, из которых большая часть времени уходит на оформление.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423145"/>
            <a:ext cx="10972800" cy="1577605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Создание корпоративной презентации занимает от 2 до 4 часов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из которых большая часть времени уходит на оформление.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Решение: автоматическая генерация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2268855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AI-сервис автоматически создаёт корпоративную презентацию за несколько минут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Сокращает время подготовки в 8–10 раз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3731895"/>
            <a:ext cx="5426400" cy="1074427"/>
          </a:xfrm>
          <a:prstGeom prst="roundRect">
            <a:avLst/>
          </a:prstGeom>
          <a:solidFill>
            <a:srgbClr val="2A3748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9600" y="407410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600" y="4164108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600" y="4249108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4600" y="4334108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9600" y="3791895"/>
            <a:ext cx="4816400" cy="954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Автоматический анализ и структурирование данных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6000" y="3731895"/>
            <a:ext cx="5426400" cy="1074427"/>
          </a:xfrm>
          <a:prstGeom prst="roundRect">
            <a:avLst/>
          </a:prstGeom>
          <a:solidFill>
            <a:srgbClr val="2A3748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000" y="407410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000" y="4164108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000" y="4249108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1000" y="4334108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6000" y="3791895"/>
            <a:ext cx="4816400" cy="954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Гарантия корпоративного стиля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926322"/>
            <a:ext cx="5426400" cy="1074427"/>
          </a:xfrm>
          <a:prstGeom prst="roundRect">
            <a:avLst/>
          </a:prstGeom>
          <a:solidFill>
            <a:srgbClr val="2A3748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9600" y="526853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4600" y="5358535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600" y="5443535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600" y="5528535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9600" y="4986322"/>
            <a:ext cx="4816400" cy="954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Масштабируемость лучших шаблонов и практик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6000" y="4926322"/>
            <a:ext cx="5426400" cy="1074427"/>
          </a:xfrm>
          <a:prstGeom prst="roundRect">
            <a:avLst/>
          </a:prstGeom>
          <a:solidFill>
            <a:srgbClr val="2A3748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000" y="526853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1000" y="5358535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1000" y="5443535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1000" y="5528535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6000" y="4986322"/>
            <a:ext cx="4816400" cy="954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Быстрая подготовка материалов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Архитектура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800" y="1714500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0" y="1714500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6800" y="18345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6800" y="1819500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6800" y="2294500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Текст / DOCX / PDF / запрос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4600" y="1714500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04600" y="1714500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54600" y="18345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600" y="1819500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600" y="2294500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Content Parser → LLM → Structure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0" y="3243733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800" y="3243733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6800" y="3363733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6800" y="3348733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STRUCTURED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6800" y="3823733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Тип слайда + тексты + метрики + визуальные элементы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4600" y="3243733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4600" y="3243733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4600" y="3363733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600" y="3348733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PRESENTATION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4600" y="3823733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Template Selector → Layout Engine → PPTX Builder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0" y="4772966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6800" y="4772966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6800" y="4892966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6800" y="4877966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6800" y="5352966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Overflow Check → Brand Check → Content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Контроль качества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3445933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344593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1720"/>
            <a:ext cx="344593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Корректная сборка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3033" y="1371600"/>
            <a:ext cx="3445933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3033" y="1371600"/>
            <a:ext cx="344593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3033" y="2331720"/>
            <a:ext cx="344593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корпоративному стилю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6466" y="1371600"/>
            <a:ext cx="3445933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6466" y="1371600"/>
            <a:ext cx="344593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6466" y="2331720"/>
            <a:ext cx="344593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Слайды, требующие ручной правки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 экономией времени на создание презентаций компания может сэкономить до 2,7 часа на каждой презентации.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С экономией времени на создание презентаций компания может сэкономить до 2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7 часа на каждой презентации.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Дополнительная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50978" y="4835942"/>
            <a:ext cx="5821641" cy="159948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Единый корпоративный стиль обеспечивает профессиональный и согласованный внешний вид презентаций.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Меньше ручной рутины освобождает время сотрудников для более важных задач.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Быстрое создание материалов позволяет быстрее готовиться к встречам и презентациям.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Масштабирование лучших шаблонов и практик улучшает качество всех презентаций.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Развитие MVP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371600"/>
          <a:ext cx="10972800" cy="462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715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Arial"/>
                        </a:rPr>
                        <a:t>Функция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8 шаблонов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Базовый набор для быстрого старта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Text → Presentation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Автоматическая генерация презентаций из текста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JSON-based generation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Структурированное создание презентаций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PPTX export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Экспорт в формат .PPTX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Базовая проверка качества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Первичная проверка корректности и стиля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Дальнейшее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50978" y="4835942"/>
            <a:ext cx="5821641" cy="159948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Работа с PDF, DOCX и таблицами для расширения функционала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Автоматическая генерация графиков для улучшения визуализации данных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Редактирование слайдов через AI для повышения гибкости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Корпоративная база шаблонов для сохранения единства стиля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Интеграции с корпоративными системами для автоматизации процессов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Компаратор: ручная vs автоматическая сборка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5396400" cy="4629150"/>
          </a:xfrm>
          <a:prstGeom prst="roundRect">
            <a:avLst/>
          </a:prstGeom>
          <a:solidFill>
            <a:srgbClr val="2A3748"/>
          </a:solidFill>
          <a:ln>
            <a:solidFill>
              <a:srgbClr val="00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371600"/>
            <a:ext cx="5396400" cy="650000"/>
          </a:xfrm>
          <a:prstGeom prst="roundRect">
            <a:avLst/>
          </a:prstGeom>
          <a:solidFill>
            <a:srgbClr val="00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Ручная сборка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600" y="2091600"/>
            <a:ext cx="5216400" cy="3839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2–4 часа на подготовку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60% времени уходит на оформление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ручной контроль стиля и форматирования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6000" y="1371600"/>
            <a:ext cx="5396400" cy="4629150"/>
          </a:xfrm>
          <a:prstGeom prst="roundRect">
            <a:avLst/>
          </a:prstGeom>
          <a:solidFill>
            <a:srgbClr val="2A3748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6000" y="1371600"/>
            <a:ext cx="53964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Автоматическая сборка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6000" y="2091600"/>
            <a:ext cx="5216400" cy="3839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15–25 минут на подготовку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автоматическое соблюдение корпоративного стиля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сокращение ручной работы до минимума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Итоговый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592263"/>
            <a:ext cx="9753600" cy="4785677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AI-сервис значительно ускоряет процесс создания корпоративных презентаций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Обеспечивает высокое качество и экономию времени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Начать внедрение сервиса в тестовом режиме для небольшого количества пользователей.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Собрать отзывы и предложения от первых пользователей для улучшения продукта.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Расширить функциональность сервиса на основе полученных отзывов.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Провести обучение пользователям основам использования сервиса.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