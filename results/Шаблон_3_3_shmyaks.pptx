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Создание корпоративной презентации обычно занимает 2–4 часа.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Из этого времени до 60% уходит на оформление.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Проблема: долгое создание презентаций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Пользователь загружает текст, документы и тезисы.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Сервис автоматически создаёт структуру и оформляет презентацию.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Результат: готовые слайды за несколько минут вместо ручной сборки с нуля.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Решение: автоматическая генерация презентаций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Преимущества: экономия времени и ресурсов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08750" y="1427831"/>
            <a:ext cx="645090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08750" y="1427831"/>
            <a:ext cx="6450904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2,7 часа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8750" y="2387951"/>
            <a:ext cx="6450904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Время экономии на каждой презентации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8750" y="3186781"/>
            <a:ext cx="645090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08750" y="3186781"/>
            <a:ext cx="6450904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8–10 раз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8750" y="4146901"/>
            <a:ext cx="6450904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Сокращение времени подготовки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8750" y="4945731"/>
            <a:ext cx="645090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8750" y="4945731"/>
            <a:ext cx="6450904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10–15 слайдов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8750" y="5905851"/>
            <a:ext cx="6450904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Количество слайдов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Процесс работы сервиса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1513" y="1773238"/>
            <a:ext cx="3520558" cy="2167024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1513" y="1773238"/>
            <a:ext cx="58000" cy="216702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1513" y="1893238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1513" y="1878238"/>
            <a:ext cx="2810558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Загрузка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513" y="2353238"/>
            <a:ext cx="3250558" cy="149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Пользователь загружает текст, документы и тезисы.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2071" y="1773238"/>
            <a:ext cx="3520558" cy="2167024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2071" y="1773238"/>
            <a:ext cx="58000" cy="216702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92071" y="1893238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2071" y="1878238"/>
            <a:ext cx="2810558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Анализ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2071" y="2353238"/>
            <a:ext cx="3250558" cy="149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AI-модель анализирует входные данные и выделяет ключевые мысли.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2629" y="1773238"/>
            <a:ext cx="3520558" cy="2167024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2629" y="1773238"/>
            <a:ext cx="58000" cy="216702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62629" y="1893238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2629" y="1878238"/>
            <a:ext cx="2810558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Строит структуру презентации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629" y="2353238"/>
            <a:ext cx="3250558" cy="149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Сервис формирует структуру презентации с определением типа каждого слайда.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513" y="4070262"/>
            <a:ext cx="3520558" cy="2167024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1513" y="4070262"/>
            <a:ext cx="58000" cy="216702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513" y="419026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1513" y="4175262"/>
            <a:ext cx="2810558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Выбор шаблона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513" y="4650262"/>
            <a:ext cx="3250558" cy="149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Система выбирает подходящий корпоративный шаблон.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2071" y="4070262"/>
            <a:ext cx="3520558" cy="2167024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2071" y="4070262"/>
            <a:ext cx="58000" cy="216702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92071" y="4190262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2071" y="4175262"/>
            <a:ext cx="2810558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Сборка 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2071" y="4650262"/>
            <a:ext cx="3250558" cy="149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Создается готовая презентация в формате PPTX.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Контроль качества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813" y="1773238"/>
          <a:ext cx="10874375" cy="4447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7187"/>
                <a:gridCol w="5437188"/>
              </a:tblGrid>
              <a:tr h="889589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EBF3F9"/>
                          </a:solidFill>
                          <a:latin typeface="Arial"/>
                        </a:rPr>
                        <a:t>Метрика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EBF3F9"/>
                          </a:solidFill>
                          <a:latin typeface="Arial"/>
                        </a:rPr>
                        <a:t>Цель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88958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Корректная сборка layout</a:t>
                      </a:r>
                    </a:p>
                  </a:txBody>
                  <a:tcPr marL="101600" marR="101600" marT="63500" marB="6350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≥95%</a:t>
                      </a:r>
                    </a:p>
                  </a:txBody>
                  <a:tcPr marL="101600" marR="101600" marT="63500" marB="63500">
                    <a:solidFill>
                      <a:srgbClr val="EBF3F9"/>
                    </a:solidFill>
                  </a:tcPr>
                </a:tc>
              </a:tr>
              <a:tr h="88958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Соответствие корпоративному стилю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≥90%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88958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Слайды, требующие ручной правки</a:t>
                      </a:r>
                    </a:p>
                  </a:txBody>
                  <a:tcPr marL="101600" marR="101600" marT="63500" marB="6350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≤10%</a:t>
                      </a:r>
                    </a:p>
                  </a:txBody>
                  <a:tcPr marL="101600" marR="101600" marT="63500" marB="63500">
                    <a:solidFill>
                      <a:srgbClr val="EBF3F9"/>
                    </a:solidFill>
                  </a:tcPr>
                </a:tc>
              </a:tr>
              <a:tr h="889593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Генерация 10–15 слайдов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&lt;2 мин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Сервис позволяет экономить до 2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025 млн ₽ в месяц при создании 500 презентаций.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Сервис позволяет экономить до 2,025 млн ₽ в месяц при создании 500 презентаций.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Единый корпоративный стиль обеспечивает профессиональный и согласованный внешний вид презентаций.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Меньше ручной рутины позволяет сотрудникам сосредоточиться на ключевых аспектах и выводах.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Быстрое создание материалов ускоряет подготовку к важным встречам и презентациям.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Масштабирование лучших шаблонов и практик повышает эффективность работы команды.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Дополнительная ценность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500" b="1">
                <a:solidFill>
                  <a:srgbClr val="000000"/>
                </a:solidFill>
                <a:latin typeface="Arial"/>
              </a:rPr>
              <a:t>В MVP реализовано 8 шаблонов, а дальнейшие версии будут поддерживать работу с PDF и DOCX.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813" y="2357767"/>
            <a:ext cx="2511477" cy="2142466"/>
          </a:xfrm>
          <a:prstGeom prst="roundRect">
            <a:avLst/>
          </a:prstGeom>
          <a:solidFill>
            <a:srgbClr val="248A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8813" y="323400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3813" y="3324000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813" y="3409000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3813" y="3494000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8813" y="2417767"/>
            <a:ext cx="1901477" cy="20224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В MVP реализовано 8 шаблонов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0290" y="2357767"/>
            <a:ext cx="2511477" cy="2142466"/>
          </a:xfrm>
          <a:prstGeom prst="roundRect">
            <a:avLst/>
          </a:prstGeom>
          <a:solidFill>
            <a:srgbClr val="248A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0290" y="323400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5290" y="3324000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35290" y="3409000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35290" y="3494000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0290" y="2417767"/>
            <a:ext cx="1901477" cy="20224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а дальнейшие версии будут поддерживать работу с PDF и DOCX.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AI-сервис позволяет создавать презентации за </a:t>
            </a:r>
            <a:r>
              <a:rPr b="1" sz="1600">
                <a:solidFill>
                  <a:srgbClr val="000000"/>
                </a:solidFill>
                <a:latin typeface="Arial"/>
              </a:rPr>
              <a:t>15–25 минут</a:t>
            </a:r>
            <a:r>
              <a:rPr sz="1600">
                <a:solidFill>
                  <a:srgbClr val="000000"/>
                </a:solidFill>
                <a:latin typeface="Arial"/>
              </a:rPr>
              <a:t> вместо нескольких часов.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Итоговый результат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Сервис значительно ускоряет процесс создания презентаций, сокращая время подготовки в </a:t>
            </a:r>
            <a:r>
              <a:rPr b="1" sz="1600">
                <a:solidFill>
                  <a:srgbClr val="000000"/>
                </a:solidFill>
                <a:latin typeface="Arial"/>
              </a:rPr>
              <a:t>8–10 раз</a:t>
            </a:r>
            <a:r>
              <a:rPr sz="160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Предоставляет высокое качество презентаций с минимальной необходимостью ручной правки.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Заключение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Следующий шаг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543050"/>
            <a:ext cx="5426400" cy="4629150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9600" y="366262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4600" y="3752625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4600" y="3837625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600" y="3922625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9600" y="1603050"/>
            <a:ext cx="4816400" cy="450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Провести тестирование продукта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000" y="1543050"/>
            <a:ext cx="5426400" cy="4629150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000" y="366262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1000" y="3752625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1000" y="3837625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000" y="3922625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6000" y="1603050"/>
            <a:ext cx="4816400" cy="450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Получить обратную связь от пользователей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