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Экономия времени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Вручную</c:v>
                </c:pt>
                <c:pt idx="1">
                  <c:v>С сервисом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0.33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FFFF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FFFF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FFFFFF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Создание типовой презентации занимает от 2 до 4 часов.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60% времени уходит на оформление, а не на анализ и создание содержания.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Проблема: долгое создание презентаций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Сократить время подготовки презентации в </a:t>
            </a:r>
            <a:r>
              <a:rPr b="1" sz="1600">
                <a:solidFill>
                  <a:srgbClr val="000000"/>
                </a:solidFill>
                <a:latin typeface="Arial"/>
              </a:rPr>
              <a:t>8–10 раз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с </a:t>
            </a:r>
            <a:r>
              <a:rPr b="1" sz="1600">
                <a:solidFill>
                  <a:srgbClr val="000000"/>
                </a:solidFill>
                <a:latin typeface="Arial"/>
              </a:rPr>
              <a:t>2–4 часов до 15–25 минут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Цель проекта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Пользователь загружает текст, документы и тезисы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Сервис автоматически анализирует данные и формирует структурированный JSON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JSON включает тип слайда, тексты, метрики и визуальные элементы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Решение: AI-сервис автоматической генерации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Процесс работы сервиса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543050"/>
            <a:ext cx="3557600" cy="2249575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543050"/>
            <a:ext cx="58000" cy="22495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9600" y="166305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BF3F9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9600" y="1648050"/>
            <a:ext cx="28476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Анализ входных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9600" y="2123050"/>
            <a:ext cx="3287600" cy="157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Модель извлекает ключевые мысли и структуру презентации.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7200" y="1543050"/>
            <a:ext cx="3557600" cy="2249575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7200" y="1543050"/>
            <a:ext cx="58000" cy="22495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67200" y="166305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BF3F9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200" y="1648050"/>
            <a:ext cx="28476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Создание структуры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7200" y="2123050"/>
            <a:ext cx="3287600" cy="157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Генерируется JSON с типами слайдов и текстами.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4800" y="1543050"/>
            <a:ext cx="3557600" cy="2249575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4800" y="1543050"/>
            <a:ext cx="58000" cy="22495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74800" y="166305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BF3F9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4800" y="1648050"/>
            <a:ext cx="28476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Выбор шаблона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800" y="2123050"/>
            <a:ext cx="3287600" cy="157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Используется Template Engine для соответствия корпоративному стилю.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3922625"/>
            <a:ext cx="3557600" cy="2249575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3922625"/>
            <a:ext cx="58000" cy="22495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9600" y="4042625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BF3F9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9600" y="4027625"/>
            <a:ext cx="28476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Сборка 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600" y="4502625"/>
            <a:ext cx="3287600" cy="157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Формируется готовая презентация в формате PPTX.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7200" y="3922625"/>
            <a:ext cx="3557600" cy="2249575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7200" y="3922625"/>
            <a:ext cx="58000" cy="22495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67200" y="4042625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BF3F9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200" y="4027625"/>
            <a:ext cx="28476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Проверка качества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7200" y="4502625"/>
            <a:ext cx="3287600" cy="157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Проверяется корректность layout, стиль и содержание.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Контроль качества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813" y="1773238"/>
            <a:ext cx="24804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813" y="1773238"/>
            <a:ext cx="2480468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813" y="2733358"/>
            <a:ext cx="2480468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Корректная сборка layout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781" y="1773238"/>
            <a:ext cx="24804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781" y="1773238"/>
            <a:ext cx="2480468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781" y="2733358"/>
            <a:ext cx="2480468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Соответствие корпоративному стилю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749" y="1773238"/>
            <a:ext cx="24804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749" y="1773238"/>
            <a:ext cx="2480468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≤10%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749" y="2733358"/>
            <a:ext cx="2480468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Слайды, требующие ручной правки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717" y="1773238"/>
            <a:ext cx="24804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717" y="1773238"/>
            <a:ext cx="2480468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&lt;2 мин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717" y="2733358"/>
            <a:ext cx="2480468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Генерация 10–15 слайдов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Бизнес-эффект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7334" y="1773238"/>
            <a:ext cx="10837332" cy="4427537"/>
          </a:xfrm>
          <a:prstGeom prst="roundRect">
            <a:avLst/>
          </a:prstGeom>
          <a:solidFill>
            <a:srgbClr val="EBF3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334" y="1873238"/>
          <a:ext cx="10637332" cy="422753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Единый корпоративный стиль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Меньше ручной рутины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Быстрее подготовка материалов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Масштабирование лучших шаблонов и практик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Сотрудник концентрируется на выводах и данных, а не на вёрстке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Дополнительная ценность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100" b="1">
                <a:solidFill>
                  <a:srgbClr val="000000"/>
                </a:solidFill>
                <a:latin typeface="Arial"/>
              </a:rPr>
              <a:t>В MVP реализованы базовые функции, далее планируется расширение функционала.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В MVP реализованы базовые функции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далее планируется расширение функционала.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AI-сервис значительно ускоряет создание презентаций, обеспечивая высокое качество и экономию времени.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Итоговый вывод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Следующий шаг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543050"/>
            <a:ext cx="5426400" cy="2254575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9600" y="2475337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4600" y="2565337"/>
            <a:ext cx="1092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4600" y="2650337"/>
            <a:ext cx="176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4600" y="2735337"/>
            <a:ext cx="228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9600" y="1603050"/>
            <a:ext cx="4816400" cy="21345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Запуск пилотного проекта для тестирования продукта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6000" y="1543050"/>
            <a:ext cx="5426400" cy="2254575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000" y="2475337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1000" y="2565337"/>
            <a:ext cx="1092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1000" y="2650337"/>
            <a:ext cx="176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1000" y="2735337"/>
            <a:ext cx="228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6000" y="1603050"/>
            <a:ext cx="4816400" cy="21345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Сбор обратной связи от пользователей и экспертов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3917625"/>
            <a:ext cx="5426400" cy="2254575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9600" y="4849912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4600" y="4939912"/>
            <a:ext cx="1092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4600" y="5024912"/>
            <a:ext cx="176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4600" y="5109912"/>
            <a:ext cx="228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9600" y="3977625"/>
            <a:ext cx="4816400" cy="21345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Анализ результатов и корректировка алгоритмов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6000" y="3917625"/>
            <a:ext cx="5426400" cy="2254575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6000" y="4849912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1000" y="4939912"/>
            <a:ext cx="1092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1000" y="5024912"/>
            <a:ext cx="176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1000" y="5109912"/>
            <a:ext cx="228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6000" y="3977625"/>
            <a:ext cx="4816400" cy="21345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Расширение функциональности и улучшение качества генерации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Пользователь указывает аудиторию, цель и желаемое число слайдов.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Это позволяет сервису генерировать презентацию под конкретные требования.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Контекст и предпосылки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