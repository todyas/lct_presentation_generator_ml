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Создание корпоративной презентации занимает до 4 часов, из которых 60% уходит на оформление.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4423145"/>
            <a:ext cx="10972800" cy="1577605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Создание корпоративной презентации занимает до 4 часов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из которых 60% уходит на оформление.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Решение: автоматическая генерация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Сокращает время подготовки типовой презентации в </a:t>
            </a:r>
            <a:r>
              <a:rPr b="1" sz="1600">
                <a:solidFill>
                  <a:srgbClr val="FFFFFF"/>
                </a:solidFill>
                <a:latin typeface="Arial"/>
              </a:rPr>
              <a:t>8–10 раз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Создаёт </a:t>
            </a:r>
            <a:r>
              <a:rPr b="1" sz="1600">
                <a:solidFill>
                  <a:srgbClr val="FFFFFF"/>
                </a:solidFill>
                <a:latin typeface="Arial"/>
              </a:rPr>
              <a:t>10–15 готовых слайдов за несколько минут</a:t>
            </a:r>
            <a:r>
              <a:rPr sz="1600">
                <a:solidFill>
                  <a:srgbClr val="FFFFFF"/>
                </a:solidFill>
                <a:latin typeface="Arial"/>
              </a:rPr>
              <a:t> вместо ручной сборки с нуля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Архитектура сервиса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8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8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68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968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Входные данные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68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Текст, документ, тезисы, описание задачи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04600" y="1714500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304600" y="1714500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54600" y="1834500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4600" y="1819500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AI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4600" y="2294500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Content Parser → LLM → Structure Generator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768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68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68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STRUCTURED JSON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68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Тип слайда + тексты + метрики + визуальные элементы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04600" y="3243733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4600" y="3243733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54600" y="3363733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24600" y="3348733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PRESENTATION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4600" y="3823733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Template Selector → Layout Engine → PPTX Builder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76800" y="4772966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76800" y="4772966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6800" y="4892966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96800" y="4877966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QUALITY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6800" y="5352966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Overflow Check → Brand Check → Content Check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04600" y="4772966"/>
            <a:ext cx="3277800" cy="1399233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304600" y="4772966"/>
            <a:ext cx="58000" cy="1399233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54600" y="4892966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24600" y="4877966"/>
            <a:ext cx="2567800" cy="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rial"/>
              </a:rPr>
              <a:t>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4600" y="5352966"/>
            <a:ext cx="3007800" cy="729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Arial"/>
              </a:rPr>
              <a:t>Готовая корпоративная презентация .PPTX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Контроль качества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Корректная сборка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32175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32175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32175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Соответствие корпоративному стилю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750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750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54750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Слайды, требующие ручной правки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77325" y="1371600"/>
            <a:ext cx="2505075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77325" y="1371600"/>
            <a:ext cx="2505075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&lt;2 мин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77325" y="2331720"/>
            <a:ext cx="2505075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Генерация 10–15 слайдов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Экономия времени на создании презентаций составляет около 2,7 часов.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Экономия времени на создании презентаций составляет около 2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7 часов.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Преимущества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800" y="1714500"/>
            <a:ext cx="3292800" cy="2168850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56800" y="26039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1800" y="269392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1800" y="277892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1800" y="286392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16800" y="1774500"/>
            <a:ext cx="2682800" cy="2048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Единый корпоративный стиль</a:t>
            </a:r>
          </a:p>
          <a:p>
            <a:r>
              <a:rPr sz="1400" b="0">
                <a:solidFill>
                  <a:srgbClr val="FFFFFF"/>
                </a:solidFill>
                <a:latin typeface="Arial"/>
              </a:rPr>
              <a:t>Система гарантирует соответствие корпоративному стилю.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89600" y="1714500"/>
            <a:ext cx="3292800" cy="2168850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369600" y="260392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34600" y="269392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434600" y="277892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34600" y="286392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9600" y="1774500"/>
            <a:ext cx="2682800" cy="2048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Меньше ручной рутины</a:t>
            </a:r>
          </a:p>
          <a:p>
            <a:r>
              <a:rPr sz="1400" b="0">
                <a:solidFill>
                  <a:srgbClr val="FFFFFF"/>
                </a:solidFill>
                <a:latin typeface="Arial"/>
              </a:rPr>
              <a:t>Автоматическое формирование слайдов сокращает время подготовки.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76800" y="4003350"/>
            <a:ext cx="3292800" cy="2168850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56800" y="489277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21800" y="498277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1800" y="506777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1800" y="515277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16800" y="4063350"/>
            <a:ext cx="2682800" cy="2048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Быстрое создание материалов</a:t>
            </a:r>
          </a:p>
          <a:p>
            <a:r>
              <a:rPr sz="1400" b="0">
                <a:solidFill>
                  <a:srgbClr val="FFFFFF"/>
                </a:solidFill>
                <a:latin typeface="Arial"/>
              </a:rPr>
              <a:t>Готовые слайды создаются за несколько минут вместо нескольких часов.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9600" y="4003350"/>
            <a:ext cx="3292800" cy="2168850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69600" y="4892775"/>
            <a:ext cx="390000" cy="39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4600" y="4982775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4600" y="5067775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4600" y="5152775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9600" y="4063350"/>
            <a:ext cx="2682800" cy="20488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Arial"/>
              </a:rPr>
              <a:t>Масштабируемость</a:t>
            </a:r>
          </a:p>
          <a:p>
            <a:r>
              <a:rPr sz="1400" b="0">
                <a:solidFill>
                  <a:srgbClr val="FFFFFF"/>
                </a:solidFill>
                <a:latin typeface="Arial"/>
              </a:rPr>
              <a:t>Автоматическая генерация позволяет масштабировать лучшие шаблоны и практики.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Развитие MVP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371600"/>
          <a:ext cx="10972800" cy="4629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1157287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Arial"/>
                        </a:rPr>
                        <a:t>Функциональность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Arial"/>
                        </a:rPr>
                        <a:t>Описание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115728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8 шаблонов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Базовый набор шаблонов для корпоративных презентаций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157287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Text → Presentation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Автоматическая генерация слайдов из текста и тезисов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  <a:tr h="1157289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rial"/>
                        </a:rPr>
                        <a:t>JSON-генерация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Arial"/>
                        </a:rPr>
                        <a:t>Структурированный JSON для последующей обработки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Компетиторы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76800" y="1714500"/>
            <a:ext cx="3262800" cy="4457700"/>
          </a:xfrm>
          <a:prstGeom prst="roundRect">
            <a:avLst/>
          </a:prstGeom>
          <a:solidFill>
            <a:srgbClr val="242424"/>
          </a:solidFill>
          <a:ln>
            <a:solidFill>
              <a:srgbClr val="00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876800" y="1714500"/>
            <a:ext cx="3262800" cy="650000"/>
          </a:xfrm>
          <a:prstGeom prst="roundRect">
            <a:avLst/>
          </a:prstGeom>
          <a:solidFill>
            <a:srgbClr val="00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Наш сервис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66800" y="2434500"/>
            <a:ext cx="3082800" cy="366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8–10x быстрее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&lt;10 мин до первой версии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≥90% слайдов без ручной переработки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19600" y="1714500"/>
            <a:ext cx="3262800" cy="4457700"/>
          </a:xfrm>
          <a:prstGeom prst="roundRect">
            <a:avLst/>
          </a:prstGeom>
          <a:solidFill>
            <a:srgbClr val="242424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19600" y="1714500"/>
            <a:ext cx="326280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Конкуренты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09600" y="2434500"/>
            <a:ext cx="3082800" cy="3667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2–4 часа на подготовку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Ручная сборка с нуля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FFFFFF"/>
                </a:solidFill>
                <a:latin typeface="Arial"/>
              </a:rPr>
              <a:t>Много ручной работы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Потенциальный эффект экономии составляет около 24 млн ₽ в год.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600" y="1371600"/>
            <a:ext cx="532765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1371600"/>
            <a:ext cx="5327650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2,025 млн 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331720"/>
            <a:ext cx="5327650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Экономия в месяц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54750" y="1371600"/>
            <a:ext cx="532765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54750" y="1371600"/>
            <a:ext cx="5327650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0077FF"/>
                </a:solidFill>
                <a:latin typeface="Arial"/>
              </a:rPr>
              <a:t>24 млн 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750" y="2331720"/>
            <a:ext cx="5327650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Arial"/>
              </a:rPr>
              <a:t>Экономия в год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Следующий шаг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53440" y="1683703"/>
            <a:ext cx="5152560" cy="4488497"/>
          </a:xfrm>
          <a:prstGeom prst="roundRect">
            <a:avLst/>
          </a:prstGeom>
          <a:solidFill>
            <a:srgbClr val="247EE5"/>
          </a:solidFill>
          <a:ln>
            <a:solidFill>
              <a:srgbClr val="00E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53440" y="1683703"/>
            <a:ext cx="5152560" cy="650000"/>
          </a:xfrm>
          <a:prstGeom prst="roundRect">
            <a:avLst/>
          </a:prstGeom>
          <a:solidFill>
            <a:srgbClr val="00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Ручная сборка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3440" y="2403703"/>
            <a:ext cx="4972560" cy="3698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2–4 часа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60% времени на оформление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Много ручной работы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6000" y="1683703"/>
            <a:ext cx="5152560" cy="4488497"/>
          </a:xfrm>
          <a:prstGeom prst="roundRect">
            <a:avLst/>
          </a:prstGeom>
          <a:solidFill>
            <a:srgbClr val="247EE5"/>
          </a:solidFill>
          <a:ln>
            <a:solidFill>
              <a:srgbClr val="007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186000" y="1683703"/>
            <a:ext cx="5152560" cy="650000"/>
          </a:xfrm>
          <a:prstGeom prst="roundRect">
            <a:avLst/>
          </a:prstGeom>
          <a:solidFill>
            <a:srgbClr val="00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00000"/>
                </a:solidFill>
                <a:latin typeface="Arial"/>
              </a:rPr>
              <a:t>Автоматическая генерация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6000" y="2403703"/>
            <a:ext cx="4972560" cy="36984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15–25 минут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8–10 раз быстрее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000000"/>
                </a:solidFill>
                <a:latin typeface="Arial"/>
              </a:rPr>
              <a:t>Минимум ручной работы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2400" b="1">
                <a:solidFill>
                  <a:srgbClr val="FFFFFF"/>
                </a:solidFill>
                <a:latin typeface="Arial"/>
              </a:rPr>
              <a:t>Завершение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62915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AI-сервис значительно ускоряет создание корпоративных презентаций до </a:t>
            </a:r>
            <a:r>
              <a:rPr b="1" sz="1600">
                <a:solidFill>
                  <a:srgbClr val="FFFFFF"/>
                </a:solidFill>
                <a:latin typeface="Arial"/>
              </a:rPr>
              <a:t>&lt;10 минут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Сокращает время подготовки на </a:t>
            </a:r>
            <a:r>
              <a:rPr b="1" sz="1600">
                <a:solidFill>
                  <a:srgbClr val="FFFFFF"/>
                </a:solidFill>
                <a:latin typeface="Arial"/>
              </a:rPr>
              <a:t>8–10 раз</a:t>
            </a:r>
            <a:r>
              <a:rPr sz="1600">
                <a:solidFill>
                  <a:srgbClr val="FFFFFF"/>
                </a:solidFill>
                <a:latin typeface="Arial"/>
              </a:rPr>
              <a:t>, сокращая его с </a:t>
            </a:r>
            <a:r>
              <a:rPr b="1" sz="1600">
                <a:solidFill>
                  <a:srgbClr val="FFFFFF"/>
                </a:solidFill>
                <a:latin typeface="Arial"/>
              </a:rPr>
              <a:t>2–4 часов</a:t>
            </a:r>
            <a:r>
              <a:rPr sz="1600">
                <a:solidFill>
                  <a:srgbClr val="FFFFFF"/>
                </a:solidFill>
                <a:latin typeface="Arial"/>
              </a:rPr>
              <a:t> до </a:t>
            </a:r>
            <a:r>
              <a:rPr b="1" sz="1600">
                <a:solidFill>
                  <a:srgbClr val="FFFFFF"/>
                </a:solidFill>
                <a:latin typeface="Arial"/>
              </a:rPr>
              <a:t>15–25 минут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Гарантирует корректную сборку layout и соответствие корпоративному стилю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Масштабирует лучшие шаблоны и практики, освобождая сотрудников от рутинной работы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