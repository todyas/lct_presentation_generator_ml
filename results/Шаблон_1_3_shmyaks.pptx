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7" r:id="rId3"/>
    <p:sldMasterId id="2147483688" r:id="rId4"/>
  </p:sldMasterIdLst>
  <p:notesMasterIdLst>
    <p:notesMasterId r:id="rId5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y="5143500" cx="9144000"/>
  <p:notesSz cx="6858000" cy="9144000"/>
  <p:embeddedFontLst>
    <p:embeddedFont>
      <p:font typeface="Play"/>
      <p:regular r:id="rId60"/>
      <p:bold r:id="rId6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60" Type="http://schemas.openxmlformats.org/officeDocument/2006/relationships/font" Target="fonts/Play-regular.fntdata"/><Relationship Id="rId61" Type="http://schemas.openxmlformats.org/officeDocument/2006/relationships/font" Target="fonts/Play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2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3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0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5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1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Relationship Id="rId3" Type="http://schemas.openxmlformats.org/officeDocument/2006/relationships/image" Target="../media/image10.png"/><Relationship Id="rId4" Type="http://schemas.openxmlformats.org/officeDocument/2006/relationships/image" Target="../media/image24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Relationship Id="rId3" Type="http://schemas.openxmlformats.org/officeDocument/2006/relationships/image" Target="../media/image10.png"/><Relationship Id="rId4" Type="http://schemas.openxmlformats.org/officeDocument/2006/relationships/image" Target="../media/image24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1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9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2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3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7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">
  <p:cSld name="1_Титульный слайд">
    <p:bg>
      <p:bgPr>
        <a:solidFill>
          <a:schemeClr val="dk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1" name="Google Shape;11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2" name="Google Shape;12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" name="Google Shape;13;p2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14" name="Google Shape;14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5" name="Google Shape;15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" name="Google Shape;16;p2"/>
          <p:cNvSpPr txBox="1"/>
          <p:nvPr>
            <p:ph type="title"/>
          </p:nvPr>
        </p:nvSpPr>
        <p:spPr>
          <a:xfrm>
            <a:off x="2473771" y="1370481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  <a:defRPr b="0" i="0" sz="4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7" name="Google Shape;17;p2"/>
          <p:cNvSpPr txBox="1"/>
          <p:nvPr>
            <p:ph idx="1" type="body"/>
          </p:nvPr>
        </p:nvSpPr>
        <p:spPr>
          <a:xfrm>
            <a:off x="2473770" y="219972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18" name="Google Shape;18;p2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19" name="Google Shape;19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0" name="Google Shape;20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">
  <p:cSld name="2_Титульный слайд">
    <p:bg>
      <p:bgPr>
        <a:solidFill>
          <a:schemeClr val="dk1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2" name="Google Shape;22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3" name="Google Shape;23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" name="Google Shape;24;p3"/>
          <p:cNvPicPr preferRelativeResize="0"/>
          <p:nvPr/>
        </p:nvPicPr>
        <p:blipFill rotWithShape="1">
          <a:blip r:embed="rId3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" name="Google Shape;25;p3"/>
          <p:cNvPicPr preferRelativeResize="0"/>
          <p:nvPr/>
        </p:nvPicPr>
        <p:blipFill rotWithShape="1">
          <a:blip r:embed="rId4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" name="Google Shape;26;p3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7" name="Google Shape;27;p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8" name="Google Shape;28;p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9" name="Google Shape;29;p3"/>
          <p:cNvSpPr txBox="1"/>
          <p:nvPr>
            <p:ph type="title"/>
          </p:nvPr>
        </p:nvSpPr>
        <p:spPr>
          <a:xfrm>
            <a:off x="581272" y="1531415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b="0" i="0" sz="5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0" name="Google Shape;30;p3"/>
          <p:cNvSpPr txBox="1"/>
          <p:nvPr>
            <p:ph idx="1" type="body"/>
          </p:nvPr>
        </p:nvSpPr>
        <p:spPr>
          <a:xfrm>
            <a:off x="581272" y="2362284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" name="Google Shape;31;p3"/>
          <p:cNvSpPr txBox="1"/>
          <p:nvPr>
            <p:ph idx="2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" name="Google Shape;32;p3"/>
          <p:cNvSpPr txBox="1"/>
          <p:nvPr>
            <p:ph idx="3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33" name="Google Shape;33;p3"/>
          <p:cNvPicPr preferRelativeResize="0"/>
          <p:nvPr/>
        </p:nvPicPr>
        <p:blipFill rotWithShape="1">
          <a:blip r:embed="rId3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4" name="Google Shape;34;p3"/>
          <p:cNvPicPr preferRelativeResize="0"/>
          <p:nvPr/>
        </p:nvPicPr>
        <p:blipFill rotWithShape="1">
          <a:blip r:embed="rId4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" name="Google Shape;35;p3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36" name="Google Shape;36;p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7" name="Google Shape;37;p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лайд &quot;Спасибо!&quot;">
  <p:cSld name="1_Слайд &quot;Спасибо!&quot;">
    <p:bg>
      <p:bgPr>
        <a:solidFill>
          <a:schemeClr val="dk1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39" name="Google Shape;39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0" name="Google Shape;40;p4"/>
          <p:cNvPicPr preferRelativeResize="0"/>
          <p:nvPr/>
        </p:nvPicPr>
        <p:blipFill rotWithShape="1">
          <a:blip r:embed="rId3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1" name="Google Shape;41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2" name="Google Shape;42;p4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3" name="Google Shape;43;p4"/>
          <p:cNvPicPr preferRelativeResize="0"/>
          <p:nvPr/>
        </p:nvPicPr>
        <p:blipFill rotWithShape="1">
          <a:blip r:embed="rId3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" name="Google Shape;44;p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45" name="Google Shape;45;p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46" name="Google Shape;46;p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7" name="Google Shape;47;p4"/>
          <p:cNvSpPr txBox="1"/>
          <p:nvPr>
            <p:ph type="title"/>
          </p:nvPr>
        </p:nvSpPr>
        <p:spPr>
          <a:xfrm>
            <a:off x="572960" y="1662782"/>
            <a:ext cx="5761338" cy="139210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Play"/>
              <a:buNone/>
              <a:defRPr b="0" i="0" sz="47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8" name="Google Shape;48;p4"/>
          <p:cNvSpPr txBox="1"/>
          <p:nvPr>
            <p:ph idx="1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p4"/>
          <p:cNvSpPr txBox="1"/>
          <p:nvPr>
            <p:ph idx="2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50" name="Google Shape;50;p4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1" name="Google Shape;51;p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52" name="Google Shape;52;p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53" name="Google Shape;53;p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Разделитель">
  <p:cSld name="1_Разделитель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57" name="Google Shape;57;p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58" name="Google Shape;58;p6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59" name="Google Shape;59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210243" y="878488"/>
            <a:ext cx="4288279" cy="149669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Play"/>
              <a:buNone/>
              <a:defRPr b="0" i="0" sz="2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1" name="Google Shape;61;p6"/>
          <p:cNvSpPr txBox="1"/>
          <p:nvPr>
            <p:ph idx="1" type="body"/>
          </p:nvPr>
        </p:nvSpPr>
        <p:spPr>
          <a:xfrm>
            <a:off x="210685" y="2940812"/>
            <a:ext cx="428783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62" name="Google Shape;62;p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63" name="Google Shape;63;p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64" name="Google Shape;64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65" name="Google Shape;65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Слайд &quot;Спасибо!&quot;">
  <p:cSld name="4_Слайд &quot;Спасибо!&quot;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8" name="Google Shape;68;p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69" name="Google Shape;69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70" name="Google Shape;7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1" name="Google Shape;71;p7"/>
          <p:cNvSpPr txBox="1"/>
          <p:nvPr>
            <p:ph type="title"/>
          </p:nvPr>
        </p:nvSpPr>
        <p:spPr>
          <a:xfrm>
            <a:off x="572960" y="1682878"/>
            <a:ext cx="4373113" cy="10855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2" name="Google Shape;72;p7"/>
          <p:cNvSpPr txBox="1"/>
          <p:nvPr>
            <p:ph idx="1" type="body"/>
          </p:nvPr>
        </p:nvSpPr>
        <p:spPr>
          <a:xfrm>
            <a:off x="572960" y="2919770"/>
            <a:ext cx="4107105" cy="5029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7625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73" name="Google Shape;73;p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74" name="Google Shape;74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75" name="Google Shape;75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одержание">
  <p:cSld name="1_Содержание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8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78" name="Google Shape;78;p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79" name="Google Shape;79;p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80" name="Google Shape;80;p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81" name="Google Shape;81;p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2" name="Google Shape;82;p8"/>
          <p:cNvSpPr txBox="1"/>
          <p:nvPr>
            <p:ph idx="1" type="body"/>
          </p:nvPr>
        </p:nvSpPr>
        <p:spPr>
          <a:xfrm>
            <a:off x="5261907" y="72224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p8"/>
          <p:cNvSpPr txBox="1"/>
          <p:nvPr>
            <p:ph idx="2" type="body"/>
          </p:nvPr>
        </p:nvSpPr>
        <p:spPr>
          <a:xfrm>
            <a:off x="5261908" y="138097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" name="Google Shape;84;p8"/>
          <p:cNvSpPr txBox="1"/>
          <p:nvPr>
            <p:ph idx="3" type="body"/>
          </p:nvPr>
        </p:nvSpPr>
        <p:spPr>
          <a:xfrm>
            <a:off x="5261908" y="203713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p8"/>
          <p:cNvSpPr txBox="1"/>
          <p:nvPr>
            <p:ph idx="4" type="body"/>
          </p:nvPr>
        </p:nvSpPr>
        <p:spPr>
          <a:xfrm>
            <a:off x="5261909" y="269585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6" name="Google Shape;86;p8"/>
          <p:cNvSpPr txBox="1"/>
          <p:nvPr>
            <p:ph idx="5" type="body"/>
          </p:nvPr>
        </p:nvSpPr>
        <p:spPr>
          <a:xfrm>
            <a:off x="5261909" y="338757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7" name="Google Shape;87;p8"/>
          <p:cNvSpPr txBox="1"/>
          <p:nvPr>
            <p:ph idx="6" type="body"/>
          </p:nvPr>
        </p:nvSpPr>
        <p:spPr>
          <a:xfrm>
            <a:off x="5261909" y="4079303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Содержание">
  <p:cSld name="2_Содержание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9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90" name="Google Shape;90;p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91" name="Google Shape;91;p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92" name="Google Shape;92;p9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93" name="Google Shape;93;p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4" name="Google Shape;94;p9"/>
          <p:cNvSpPr txBox="1"/>
          <p:nvPr>
            <p:ph idx="1" type="body"/>
          </p:nvPr>
        </p:nvSpPr>
        <p:spPr>
          <a:xfrm>
            <a:off x="5261906" y="67044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5" name="Google Shape;95;p9"/>
          <p:cNvSpPr txBox="1"/>
          <p:nvPr>
            <p:ph idx="2" type="body"/>
          </p:nvPr>
        </p:nvSpPr>
        <p:spPr>
          <a:xfrm>
            <a:off x="5261907" y="152359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6" name="Google Shape;96;p9"/>
          <p:cNvSpPr txBox="1"/>
          <p:nvPr>
            <p:ph idx="3" type="body"/>
          </p:nvPr>
        </p:nvSpPr>
        <p:spPr>
          <a:xfrm>
            <a:off x="5261907" y="237365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7" name="Google Shape;97;p9"/>
          <p:cNvSpPr txBox="1"/>
          <p:nvPr>
            <p:ph idx="4" type="body"/>
          </p:nvPr>
        </p:nvSpPr>
        <p:spPr>
          <a:xfrm>
            <a:off x="5261907" y="322050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8" name="Google Shape;98;p9"/>
          <p:cNvSpPr txBox="1"/>
          <p:nvPr>
            <p:ph idx="5" type="body"/>
          </p:nvPr>
        </p:nvSpPr>
        <p:spPr>
          <a:xfrm>
            <a:off x="5261907" y="4067344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Содержание">
  <p:cSld name="3_Содержание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0"/>
          <p:cNvSpPr txBox="1"/>
          <p:nvPr>
            <p:ph type="title"/>
          </p:nvPr>
        </p:nvSpPr>
        <p:spPr>
          <a:xfrm>
            <a:off x="430360" y="338829"/>
            <a:ext cx="3945697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02" name="Google Shape;102;p1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03" name="Google Shape;103;p1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04" name="Google Shape;104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05" name="Google Shape;105;p1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6" name="Google Shape;106;p10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4637088" y="338139"/>
            <a:ext cx="3862387" cy="246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8" name="Google Shape;108;p10"/>
          <p:cNvSpPr txBox="1"/>
          <p:nvPr>
            <p:ph idx="2" type="body"/>
          </p:nvPr>
        </p:nvSpPr>
        <p:spPr>
          <a:xfrm>
            <a:off x="4637088" y="676278"/>
            <a:ext cx="3862387" cy="37371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21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Визитка">
  <p:cSld name="1_Визитка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1" name="Google Shape;111;p1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12" name="Google Shape;112;p1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13" name="Google Shape;113;p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14" name="Google Shape;114;p1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5" name="Google Shape;115;p11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1"/>
          <p:cNvSpPr txBox="1"/>
          <p:nvPr>
            <p:ph idx="1" type="body"/>
          </p:nvPr>
        </p:nvSpPr>
        <p:spPr>
          <a:xfrm>
            <a:off x="4861023" y="1806008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7" name="Google Shape;117;p11"/>
          <p:cNvSpPr txBox="1"/>
          <p:nvPr>
            <p:ph idx="2" type="body"/>
          </p:nvPr>
        </p:nvSpPr>
        <p:spPr>
          <a:xfrm>
            <a:off x="283720" y="34729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8" name="Google Shape;118;p11"/>
          <p:cNvSpPr txBox="1"/>
          <p:nvPr>
            <p:ph idx="3" type="body"/>
          </p:nvPr>
        </p:nvSpPr>
        <p:spPr>
          <a:xfrm>
            <a:off x="283720" y="3908425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9" name="Google Shape;119;p11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Визитка">
  <p:cSld name="4_Визитка">
    <p:bg>
      <p:bgPr>
        <a:solidFill>
          <a:schemeClr val="lt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2" name="Google Shape;122;p1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23" name="Google Shape;123;p1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24" name="Google Shape;124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25" name="Google Shape;125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6" name="Google Shape;126;p12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2"/>
          <p:cNvSpPr txBox="1"/>
          <p:nvPr>
            <p:ph idx="1" type="body"/>
          </p:nvPr>
        </p:nvSpPr>
        <p:spPr>
          <a:xfrm>
            <a:off x="177971" y="1880499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8" name="Google Shape;128;p12"/>
          <p:cNvSpPr txBox="1"/>
          <p:nvPr>
            <p:ph idx="2" type="body"/>
          </p:nvPr>
        </p:nvSpPr>
        <p:spPr>
          <a:xfrm>
            <a:off x="177971" y="767994"/>
            <a:ext cx="405874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9" name="Google Shape;129;p12"/>
          <p:cNvSpPr txBox="1"/>
          <p:nvPr>
            <p:ph type="title"/>
          </p:nvPr>
        </p:nvSpPr>
        <p:spPr>
          <a:xfrm>
            <a:off x="177971" y="282949"/>
            <a:ext cx="4058749" cy="466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вободный дизайн">
  <p:cSld name="1_Свободный дизайн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3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2" name="Google Shape;132;p13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33" name="Google Shape;133;p13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34" name="Google Shape;134;p13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35" name="Google Shape;135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6" name="Google Shape;136;p13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7" name="Google Shape;137;p13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8" name="Google Shape;138;p13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39" name="Google Shape;139;p13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40" name="Google Shape;140;p1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41" name="Google Shape;141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Контент">
  <p:cSld name="1_Контент">
    <p:bg>
      <p:bgPr>
        <a:solidFill>
          <a:schemeClr val="lt1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4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45" name="Google Shape;145;p14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46" name="Google Shape;146;p14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47" name="Google Shape;147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48" name="Google Shape;148;p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Контент">
  <p:cSld name="3_Контент">
    <p:bg>
      <p:bgPr>
        <a:solidFill>
          <a:schemeClr val="lt1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5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52" name="Google Shape;152;p15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53" name="Google Shape;153;p15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54" name="Google Shape;154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55" name="Google Shape;155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Контент">
  <p:cSld name="5_Контент">
    <p:bg>
      <p:bgPr>
        <a:solidFill>
          <a:schemeClr val="lt1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6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59" name="Google Shape;159;p1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60" name="Google Shape;160;p1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61" name="Google Shape;161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62" name="Google Shape;162;p1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Контент">
  <p:cSld name="7_Контент">
    <p:bg>
      <p:bgPr>
        <a:solidFill>
          <a:schemeClr val="lt1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7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66" name="Google Shape;166;p17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67" name="Google Shape;167;p17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68" name="Google Shape;168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69" name="Google Shape;169;p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Контент">
  <p:cSld name="8_Контент">
    <p:bg>
      <p:bgPr>
        <a:solidFill>
          <a:schemeClr val="lt1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8"/>
          <p:cNvSpPr txBox="1"/>
          <p:nvPr>
            <p:ph type="title"/>
          </p:nvPr>
        </p:nvSpPr>
        <p:spPr>
          <a:xfrm>
            <a:off x="430360" y="405612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None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73" name="Google Shape;173;p1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74" name="Google Shape;174;p1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75" name="Google Shape;175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76" name="Google Shape;176;p1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Контент">
  <p:cSld name="13_Контент">
    <p:bg>
      <p:bgPr>
        <a:solidFill>
          <a:schemeClr val="lt1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9" name="Google Shape;179;p1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80" name="Google Shape;180;p1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81" name="Google Shape;181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82" name="Google Shape;182;p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3" name="Google Shape;183;p19"/>
          <p:cNvSpPr txBox="1"/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5" name="Google Shape;185;p2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86" name="Google Shape;186;p2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87" name="Google Shape;187;p20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88" name="Google Shape;188;p2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Свободный дизайн">
  <p:cSld name="2_Свободный дизайн">
    <p:bg>
      <p:bgPr>
        <a:solidFill>
          <a:schemeClr val="dk1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1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1" name="Google Shape;191;p2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92" name="Google Shape;192;p2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93" name="Google Shape;193;p2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94" name="Google Shape;194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5" name="Google Shape;195;p21"/>
          <p:cNvSpPr txBox="1"/>
          <p:nvPr>
            <p:ph type="title"/>
          </p:nvPr>
        </p:nvSpPr>
        <p:spPr>
          <a:xfrm>
            <a:off x="177970" y="175372"/>
            <a:ext cx="6792985" cy="9072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96" name="Google Shape;196;p21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7" name="Google Shape;197;p2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98" name="Google Shape;198;p2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99" name="Google Shape;199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00" name="Google Shape;200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Разделитель">
  <p:cSld name="2_Разделитель">
    <p:bg>
      <p:bgPr>
        <a:solidFill>
          <a:schemeClr val="dk1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2" name="Google Shape;202;p2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03" name="Google Shape;203;p2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04" name="Google Shape;204;p22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05" name="Google Shape;205;p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6" name="Google Shape;206;p22"/>
          <p:cNvSpPr txBox="1"/>
          <p:nvPr>
            <p:ph type="title"/>
          </p:nvPr>
        </p:nvSpPr>
        <p:spPr>
          <a:xfrm>
            <a:off x="210243" y="878488"/>
            <a:ext cx="4288279" cy="149669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Play"/>
              <a:buNone/>
              <a:defRPr b="0" i="0" sz="29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07" name="Google Shape;207;p22"/>
          <p:cNvSpPr txBox="1"/>
          <p:nvPr>
            <p:ph idx="1" type="body"/>
          </p:nvPr>
        </p:nvSpPr>
        <p:spPr>
          <a:xfrm>
            <a:off x="210685" y="2940812"/>
            <a:ext cx="428783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208" name="Google Shape;208;p2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09" name="Google Shape;209;p2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10" name="Google Shape;210;p2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11" name="Google Shape;211;p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">
  <p:cSld name="1_Титульный слайд">
    <p:bg>
      <p:bgPr>
        <a:solidFill>
          <a:schemeClr val="dk1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13" name="Google Shape;213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14" name="Google Shape;214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5" name="Google Shape;215;p23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216" name="Google Shape;216;p2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17" name="Google Shape;217;p2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8" name="Google Shape;218;p23"/>
          <p:cNvSpPr txBox="1"/>
          <p:nvPr>
            <p:ph type="title"/>
          </p:nvPr>
        </p:nvSpPr>
        <p:spPr>
          <a:xfrm>
            <a:off x="2473771" y="1370481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  <a:defRPr b="0" i="0" sz="4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19" name="Google Shape;219;p23"/>
          <p:cNvSpPr txBox="1"/>
          <p:nvPr>
            <p:ph idx="1" type="body"/>
          </p:nvPr>
        </p:nvSpPr>
        <p:spPr>
          <a:xfrm>
            <a:off x="2473770" y="219972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220" name="Google Shape;220;p23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221" name="Google Shape;221;p2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22" name="Google Shape;222;p2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">
  <p:cSld name="2_Титульный слайд">
    <p:bg>
      <p:bgPr>
        <a:solidFill>
          <a:schemeClr val="dk1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24" name="Google Shape;224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5" name="Google Shape;225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6" name="Google Shape;226;p24"/>
          <p:cNvPicPr preferRelativeResize="0"/>
          <p:nvPr/>
        </p:nvPicPr>
        <p:blipFill rotWithShape="1">
          <a:blip r:embed="rId3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7" name="Google Shape;227;p24"/>
          <p:cNvPicPr preferRelativeResize="0"/>
          <p:nvPr/>
        </p:nvPicPr>
        <p:blipFill rotWithShape="1">
          <a:blip r:embed="rId4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8" name="Google Shape;228;p2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29" name="Google Shape;229;p2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30" name="Google Shape;230;p2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1" name="Google Shape;231;p24"/>
          <p:cNvSpPr txBox="1"/>
          <p:nvPr>
            <p:ph type="title"/>
          </p:nvPr>
        </p:nvSpPr>
        <p:spPr>
          <a:xfrm>
            <a:off x="581272" y="1531415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b="0" i="0" sz="5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32" name="Google Shape;232;p24"/>
          <p:cNvSpPr txBox="1"/>
          <p:nvPr>
            <p:ph idx="1" type="body"/>
          </p:nvPr>
        </p:nvSpPr>
        <p:spPr>
          <a:xfrm>
            <a:off x="581272" y="2362284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3" name="Google Shape;233;p24"/>
          <p:cNvSpPr txBox="1"/>
          <p:nvPr>
            <p:ph idx="2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4" name="Google Shape;234;p24"/>
          <p:cNvSpPr txBox="1"/>
          <p:nvPr>
            <p:ph idx="3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235" name="Google Shape;235;p24"/>
          <p:cNvPicPr preferRelativeResize="0"/>
          <p:nvPr/>
        </p:nvPicPr>
        <p:blipFill rotWithShape="1">
          <a:blip r:embed="rId3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36" name="Google Shape;236;p24"/>
          <p:cNvPicPr preferRelativeResize="0"/>
          <p:nvPr/>
        </p:nvPicPr>
        <p:blipFill rotWithShape="1">
          <a:blip r:embed="rId4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7" name="Google Shape;237;p2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38" name="Google Shape;238;p2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39" name="Google Shape;239;p2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лайд &quot;Спасибо!&quot;">
  <p:cSld name="1_Слайд &quot;Спасибо!&quot;">
    <p:bg>
      <p:bgPr>
        <a:solidFill>
          <a:schemeClr val="dk1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41" name="Google Shape;241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2" name="Google Shape;242;p25"/>
          <p:cNvPicPr preferRelativeResize="0"/>
          <p:nvPr/>
        </p:nvPicPr>
        <p:blipFill rotWithShape="1">
          <a:blip r:embed="rId3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3" name="Google Shape;243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4" name="Google Shape;244;p25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5" name="Google Shape;245;p25"/>
          <p:cNvPicPr preferRelativeResize="0"/>
          <p:nvPr/>
        </p:nvPicPr>
        <p:blipFill rotWithShape="1">
          <a:blip r:embed="rId3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6" name="Google Shape;246;p25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47" name="Google Shape;247;p2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48" name="Google Shape;248;p2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9" name="Google Shape;249;p25"/>
          <p:cNvSpPr txBox="1"/>
          <p:nvPr>
            <p:ph type="title"/>
          </p:nvPr>
        </p:nvSpPr>
        <p:spPr>
          <a:xfrm>
            <a:off x="572960" y="1662782"/>
            <a:ext cx="5761338" cy="139210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Play"/>
              <a:buNone/>
              <a:defRPr b="0" i="0" sz="47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50" name="Google Shape;250;p25"/>
          <p:cNvSpPr txBox="1"/>
          <p:nvPr>
            <p:ph idx="1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1" name="Google Shape;251;p25"/>
          <p:cNvSpPr txBox="1"/>
          <p:nvPr>
            <p:ph idx="2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252" name="Google Shape;252;p25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3" name="Google Shape;253;p25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54" name="Google Shape;254;p2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55" name="Google Shape;255;p2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Слайд &quot;Спасибо!&quot;">
  <p:cSld name="2_Слайд &quot;Спасибо!&quot;">
    <p:bg>
      <p:bgPr>
        <a:solidFill>
          <a:schemeClr val="dk1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57" name="Google Shape;257;p26"/>
          <p:cNvPicPr preferRelativeResize="0"/>
          <p:nvPr/>
        </p:nvPicPr>
        <p:blipFill rotWithShape="1">
          <a:blip r:embed="rId2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8" name="Google Shape;25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9" name="Google Shape;25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60" name="Google Shape;260;p26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61" name="Google Shape;261;p26"/>
          <p:cNvPicPr preferRelativeResize="0"/>
          <p:nvPr/>
        </p:nvPicPr>
        <p:blipFill rotWithShape="1">
          <a:blip r:embed="rId2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2" name="Google Shape;262;p26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63" name="Google Shape;263;p2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64" name="Google Shape;264;p2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65" name="Google Shape;265;p26"/>
          <p:cNvSpPr txBox="1"/>
          <p:nvPr>
            <p:ph type="title"/>
          </p:nvPr>
        </p:nvSpPr>
        <p:spPr>
          <a:xfrm>
            <a:off x="572960" y="1662782"/>
            <a:ext cx="5761338" cy="139210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Play"/>
              <a:buNone/>
              <a:defRPr b="0" i="0" sz="47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66" name="Google Shape;266;p26"/>
          <p:cNvSpPr txBox="1"/>
          <p:nvPr>
            <p:ph idx="1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7" name="Google Shape;267;p26"/>
          <p:cNvSpPr txBox="1"/>
          <p:nvPr>
            <p:ph idx="2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268" name="Google Shape;268;p26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9" name="Google Shape;269;p26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70" name="Google Shape;270;p2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71" name="Google Shape;271;p2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Слайд &quot;Спасибо!&quot;">
  <p:cSld name="3_Слайд &quot;Спасибо!&quot;">
    <p:bg>
      <p:bgPr>
        <a:solidFill>
          <a:schemeClr val="dk1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" name="Google Shape;273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4" name="Google Shape;274;p2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75" name="Google Shape;275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76" name="Google Shape;276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77" name="Google Shape;277;p27"/>
          <p:cNvSpPr txBox="1"/>
          <p:nvPr>
            <p:ph type="title"/>
          </p:nvPr>
        </p:nvSpPr>
        <p:spPr>
          <a:xfrm>
            <a:off x="572960" y="1682878"/>
            <a:ext cx="4373113" cy="10855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78" name="Google Shape;278;p27"/>
          <p:cNvSpPr txBox="1"/>
          <p:nvPr>
            <p:ph idx="1" type="body"/>
          </p:nvPr>
        </p:nvSpPr>
        <p:spPr>
          <a:xfrm>
            <a:off x="572960" y="2919770"/>
            <a:ext cx="4107105" cy="5029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7625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279" name="Google Shape;279;p2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80" name="Google Shape;280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81" name="Google Shape;281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Содержание">
  <p:cSld name="5_Содержание">
    <p:bg>
      <p:bgPr>
        <a:solidFill>
          <a:schemeClr val="dk1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8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284" name="Google Shape;284;p2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85" name="Google Shape;285;p2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86" name="Google Shape;286;p2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87" name="Google Shape;287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88" name="Google Shape;288;p28"/>
          <p:cNvSpPr txBox="1"/>
          <p:nvPr>
            <p:ph idx="1" type="body"/>
          </p:nvPr>
        </p:nvSpPr>
        <p:spPr>
          <a:xfrm>
            <a:off x="5261907" y="72224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9" name="Google Shape;289;p28"/>
          <p:cNvSpPr txBox="1"/>
          <p:nvPr>
            <p:ph idx="2" type="body"/>
          </p:nvPr>
        </p:nvSpPr>
        <p:spPr>
          <a:xfrm>
            <a:off x="5261908" y="138097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0" name="Google Shape;290;p28"/>
          <p:cNvSpPr txBox="1"/>
          <p:nvPr>
            <p:ph idx="3" type="body"/>
          </p:nvPr>
        </p:nvSpPr>
        <p:spPr>
          <a:xfrm>
            <a:off x="5261908" y="203713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1" name="Google Shape;291;p28"/>
          <p:cNvSpPr txBox="1"/>
          <p:nvPr>
            <p:ph idx="4" type="body"/>
          </p:nvPr>
        </p:nvSpPr>
        <p:spPr>
          <a:xfrm>
            <a:off x="5261909" y="269585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2" name="Google Shape;292;p28"/>
          <p:cNvSpPr txBox="1"/>
          <p:nvPr>
            <p:ph idx="5" type="body"/>
          </p:nvPr>
        </p:nvSpPr>
        <p:spPr>
          <a:xfrm>
            <a:off x="5261909" y="338757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3" name="Google Shape;293;p28"/>
          <p:cNvSpPr txBox="1"/>
          <p:nvPr>
            <p:ph idx="6" type="body"/>
          </p:nvPr>
        </p:nvSpPr>
        <p:spPr>
          <a:xfrm>
            <a:off x="5261909" y="4079303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Содержание">
  <p:cSld name="6_Содержание">
    <p:bg>
      <p:bgPr>
        <a:solidFill>
          <a:schemeClr val="dk1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9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296" name="Google Shape;296;p2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97" name="Google Shape;297;p2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98" name="Google Shape;298;p29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99" name="Google Shape;299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00" name="Google Shape;300;p29"/>
          <p:cNvSpPr txBox="1"/>
          <p:nvPr>
            <p:ph idx="1" type="body"/>
          </p:nvPr>
        </p:nvSpPr>
        <p:spPr>
          <a:xfrm>
            <a:off x="5261906" y="67044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1" name="Google Shape;301;p29"/>
          <p:cNvSpPr txBox="1"/>
          <p:nvPr>
            <p:ph idx="2" type="body"/>
          </p:nvPr>
        </p:nvSpPr>
        <p:spPr>
          <a:xfrm>
            <a:off x="5261907" y="152359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2" name="Google Shape;302;p29"/>
          <p:cNvSpPr txBox="1"/>
          <p:nvPr>
            <p:ph idx="3" type="body"/>
          </p:nvPr>
        </p:nvSpPr>
        <p:spPr>
          <a:xfrm>
            <a:off x="5261907" y="237365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3" name="Google Shape;303;p29"/>
          <p:cNvSpPr txBox="1"/>
          <p:nvPr>
            <p:ph idx="4" type="body"/>
          </p:nvPr>
        </p:nvSpPr>
        <p:spPr>
          <a:xfrm>
            <a:off x="5261907" y="322050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4" name="Google Shape;304;p29"/>
          <p:cNvSpPr txBox="1"/>
          <p:nvPr>
            <p:ph idx="5" type="body"/>
          </p:nvPr>
        </p:nvSpPr>
        <p:spPr>
          <a:xfrm>
            <a:off x="5261907" y="4067344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Содержание">
  <p:cSld name="4_Содержание">
    <p:bg>
      <p:bgPr>
        <a:solidFill>
          <a:schemeClr val="dk1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Google Shape;306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30"/>
          <p:cNvSpPr txBox="1"/>
          <p:nvPr>
            <p:ph type="title"/>
          </p:nvPr>
        </p:nvSpPr>
        <p:spPr>
          <a:xfrm>
            <a:off x="430360" y="338829"/>
            <a:ext cx="3945697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08" name="Google Shape;308;p3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09" name="Google Shape;309;p3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10" name="Google Shape;310;p3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11" name="Google Shape;311;p3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12" name="Google Shape;312;p30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30"/>
          <p:cNvSpPr txBox="1"/>
          <p:nvPr>
            <p:ph idx="1" type="body"/>
          </p:nvPr>
        </p:nvSpPr>
        <p:spPr>
          <a:xfrm>
            <a:off x="4637088" y="338139"/>
            <a:ext cx="3862387" cy="246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4" name="Google Shape;314;p30"/>
          <p:cNvSpPr txBox="1"/>
          <p:nvPr>
            <p:ph idx="2" type="body"/>
          </p:nvPr>
        </p:nvSpPr>
        <p:spPr>
          <a:xfrm>
            <a:off x="4637088" y="676278"/>
            <a:ext cx="3862387" cy="37371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21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Визитка">
  <p:cSld name="3_Визитка">
    <p:bg>
      <p:bgPr>
        <a:solidFill>
          <a:schemeClr val="dk1"/>
        </a:solid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" name="Google Shape;316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7" name="Google Shape;317;p3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18" name="Google Shape;318;p3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19" name="Google Shape;319;p3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20" name="Google Shape;320;p3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21" name="Google Shape;321;p31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31"/>
          <p:cNvSpPr txBox="1"/>
          <p:nvPr>
            <p:ph idx="1" type="body"/>
          </p:nvPr>
        </p:nvSpPr>
        <p:spPr>
          <a:xfrm>
            <a:off x="4861023" y="1806008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3" name="Google Shape;323;p31"/>
          <p:cNvSpPr txBox="1"/>
          <p:nvPr>
            <p:ph idx="2" type="body"/>
          </p:nvPr>
        </p:nvSpPr>
        <p:spPr>
          <a:xfrm>
            <a:off x="283720" y="34729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4" name="Google Shape;324;p31"/>
          <p:cNvSpPr txBox="1"/>
          <p:nvPr>
            <p:ph idx="3" type="body"/>
          </p:nvPr>
        </p:nvSpPr>
        <p:spPr>
          <a:xfrm>
            <a:off x="283720" y="3908425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5" name="Google Shape;325;p31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Визитка">
  <p:cSld name="2_Визитка">
    <p:bg>
      <p:bgPr>
        <a:solidFill>
          <a:schemeClr val="dk1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Google Shape;327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8" name="Google Shape;328;p3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29" name="Google Shape;329;p3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30" name="Google Shape;330;p3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31" name="Google Shape;331;p3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32" name="Google Shape;332;p32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32"/>
          <p:cNvSpPr txBox="1"/>
          <p:nvPr>
            <p:ph idx="1" type="body"/>
          </p:nvPr>
        </p:nvSpPr>
        <p:spPr>
          <a:xfrm>
            <a:off x="177971" y="1880499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4" name="Google Shape;334;p32"/>
          <p:cNvSpPr txBox="1"/>
          <p:nvPr>
            <p:ph idx="2" type="body"/>
          </p:nvPr>
        </p:nvSpPr>
        <p:spPr>
          <a:xfrm>
            <a:off x="177971" y="767994"/>
            <a:ext cx="405874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5" name="Google Shape;335;p32"/>
          <p:cNvSpPr txBox="1"/>
          <p:nvPr>
            <p:ph type="title"/>
          </p:nvPr>
        </p:nvSpPr>
        <p:spPr>
          <a:xfrm>
            <a:off x="177971" y="282949"/>
            <a:ext cx="4058749" cy="466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Контент">
  <p:cSld name="2_Контент">
    <p:bg>
      <p:bgPr>
        <a:solidFill>
          <a:schemeClr val="dk1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" name="Google Shape;337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33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39" name="Google Shape;339;p33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40" name="Google Shape;340;p33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41" name="Google Shape;341;p3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42" name="Google Shape;342;p3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Контент">
  <p:cSld name="4_Контент">
    <p:bg>
      <p:bgPr>
        <a:solidFill>
          <a:schemeClr val="dk1"/>
        </a:solidFill>
      </p:bgPr>
    </p:bg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4" name="Google Shape;344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34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46" name="Google Shape;346;p34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47" name="Google Shape;347;p34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48" name="Google Shape;348;p3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49" name="Google Shape;349;p3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Контент">
  <p:cSld name="6_Контент">
    <p:bg>
      <p:bgPr>
        <a:solidFill>
          <a:schemeClr val="dk1"/>
        </a:solid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1" name="Google Shape;351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5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53" name="Google Shape;353;p35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54" name="Google Shape;354;p35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55" name="Google Shape;355;p3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56" name="Google Shape;356;p3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Контент">
  <p:cSld name="12_Контент">
    <p:bg>
      <p:bgPr>
        <a:solidFill>
          <a:schemeClr val="dk1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6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60" name="Google Shape;360;p3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61" name="Google Shape;361;p3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62" name="Google Shape;362;p3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63" name="Google Shape;363;p3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Контент">
  <p:cSld name="9_Контент">
    <p:bg>
      <p:bgPr>
        <a:solidFill>
          <a:schemeClr val="dk1"/>
        </a:solidFill>
      </p:bgPr>
    </p:bg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5" name="Google Shape;365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7"/>
          <p:cNvSpPr txBox="1"/>
          <p:nvPr>
            <p:ph type="title"/>
          </p:nvPr>
        </p:nvSpPr>
        <p:spPr>
          <a:xfrm>
            <a:off x="430360" y="405612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"/>
              <a:buNone/>
              <a:def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67" name="Google Shape;367;p37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68" name="Google Shape;368;p37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69" name="Google Shape;369;p3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70" name="Google Shape;370;p3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Контент">
  <p:cSld name="10_Контент">
    <p:bg>
      <p:bgPr>
        <a:solidFill>
          <a:schemeClr val="dk1"/>
        </a:solidFill>
      </p:bgPr>
    </p:bg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2" name="Google Shape;372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3" name="Google Shape;373;p3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74" name="Google Shape;374;p3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75" name="Google Shape;375;p3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76" name="Google Shape;376;p3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77" name="Google Shape;377;p38"/>
          <p:cNvSpPr txBox="1"/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Контент">
  <p:cSld name="11_Контент">
    <p:bg>
      <p:bgPr>
        <a:solidFill>
          <a:schemeClr val="lt1"/>
        </a:solidFill>
      </p:bgPr>
    </p:bg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" name="Google Shape;379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0" name="Google Shape;380;p3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81" name="Google Shape;381;p3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82" name="Google Shape;382;p3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83" name="Google Shape;383;p3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84" name="Google Shape;384;p39"/>
          <p:cNvSpPr txBox="1"/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Контент">
  <p:cSld name="14_Контент">
    <p:bg>
      <p:bgPr>
        <a:solidFill>
          <a:schemeClr val="dk1"/>
        </a:solidFill>
      </p:bgPr>
    </p:bg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6" name="Google Shape;386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7" name="Google Shape;387;p4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88" name="Google Shape;388;p4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89" name="Google Shape;389;p4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90" name="Google Shape;390;p4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91" name="Google Shape;391;p40"/>
          <p:cNvSpPr txBox="1"/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DEFAULT">
  <p:cSld name="1_DEFAULT">
    <p:bg>
      <p:bgPr>
        <a:solidFill>
          <a:schemeClr val="dk1"/>
        </a:solidFill>
      </p:bgPr>
    </p:bg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3" name="Google Shape;393;p4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94" name="Google Shape;394;p4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95" name="Google Shape;395;p4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96" name="Google Shape;396;p4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slideLayout" Target="../slideLayouts/slideLayout6.xml"/><Relationship Id="rId4" Type="http://schemas.openxmlformats.org/officeDocument/2006/relationships/slideLayout" Target="../slideLayouts/slideLayout7.xml"/><Relationship Id="rId5" Type="http://schemas.openxmlformats.org/officeDocument/2006/relationships/slideLayout" Target="../slideLayouts/slideLayout8.xml"/><Relationship Id="rId6" Type="http://schemas.openxmlformats.org/officeDocument/2006/relationships/slideLayout" Target="../slideLayouts/slideLayout9.xml"/><Relationship Id="rId7" Type="http://schemas.openxmlformats.org/officeDocument/2006/relationships/slideLayout" Target="../slideLayouts/slideLayout10.xml"/><Relationship Id="rId8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15.xml"/><Relationship Id="rId13" Type="http://schemas.openxmlformats.org/officeDocument/2006/relationships/slideLayout" Target="../slideLayouts/slideLayout16.xml"/><Relationship Id="rId14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18.xml"/><Relationship Id="rId16" Type="http://schemas.openxmlformats.org/officeDocument/2006/relationships/slideLayout" Target="../slideLayouts/slideLayout19.xml"/><Relationship Id="rId17" Type="http://schemas.openxmlformats.org/officeDocument/2006/relationships/slideLayout" Target="../slideLayouts/slideLayout20.xml"/><Relationship Id="rId18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22.xml"/><Relationship Id="rId20" Type="http://schemas.openxmlformats.org/officeDocument/2006/relationships/slideLayout" Target="../slideLayouts/slideLayout23.xml"/><Relationship Id="rId21" Type="http://schemas.openxmlformats.org/officeDocument/2006/relationships/slideLayout" Target="../slideLayouts/slideLayout24.xml"/><Relationship Id="rId22" Type="http://schemas.openxmlformats.org/officeDocument/2006/relationships/slideLayout" Target="../slideLayouts/slideLayout25.xml"/><Relationship Id="rId23" Type="http://schemas.openxmlformats.org/officeDocument/2006/relationships/slideLayout" Target="../slideLayouts/slideLayout26.xml"/><Relationship Id="rId24" Type="http://schemas.openxmlformats.org/officeDocument/2006/relationships/slideLayout" Target="../slideLayouts/slideLayout27.xml"/><Relationship Id="rId25" Type="http://schemas.openxmlformats.org/officeDocument/2006/relationships/slideLayout" Target="../slideLayouts/slideLayout28.xml"/><Relationship Id="rId26" Type="http://schemas.openxmlformats.org/officeDocument/2006/relationships/slideLayout" Target="../slideLayouts/slideLayout29.xml"/><Relationship Id="rId27" Type="http://schemas.openxmlformats.org/officeDocument/2006/relationships/slideLayout" Target="../slideLayouts/slideLayout30.xml"/><Relationship Id="rId28" Type="http://schemas.openxmlformats.org/officeDocument/2006/relationships/slideLayout" Target="../slideLayouts/slideLayout31.xml"/><Relationship Id="rId29" Type="http://schemas.openxmlformats.org/officeDocument/2006/relationships/slideLayout" Target="../slideLayouts/slideLayout32.xml"/><Relationship Id="rId30" Type="http://schemas.openxmlformats.org/officeDocument/2006/relationships/slideLayout" Target="../slideLayouts/slideLayout33.xml"/><Relationship Id="rId31" Type="http://schemas.openxmlformats.org/officeDocument/2006/relationships/slideLayout" Target="../slideLayouts/slideLayout34.xml"/><Relationship Id="rId32" Type="http://schemas.openxmlformats.org/officeDocument/2006/relationships/slideLayout" Target="../slideLayouts/slideLayout35.xml"/><Relationship Id="rId33" Type="http://schemas.openxmlformats.org/officeDocument/2006/relationships/slideLayout" Target="../slideLayouts/slideLayout36.xml"/><Relationship Id="rId34" Type="http://schemas.openxmlformats.org/officeDocument/2006/relationships/slideLayout" Target="../slideLayouts/slideLayout37.xml"/><Relationship Id="rId35" Type="http://schemas.openxmlformats.org/officeDocument/2006/relationships/slideLayout" Target="../slideLayouts/slideLayout38.xml"/><Relationship Id="rId36" Type="http://schemas.openxmlformats.org/officeDocument/2006/relationships/slideLayout" Target="../slideLayouts/slideLayout39.xml"/><Relationship Id="rId3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  <p:sldLayoutId id="2147483669" r:id="rId19"/>
    <p:sldLayoutId id="2147483670" r:id="rId20"/>
    <p:sldLayoutId id="2147483671" r:id="rId21"/>
    <p:sldLayoutId id="2147483672" r:id="rId22"/>
    <p:sldLayoutId id="2147483673" r:id="rId23"/>
    <p:sldLayoutId id="2147483674" r:id="rId24"/>
    <p:sldLayoutId id="2147483675" r:id="rId25"/>
    <p:sldLayoutId id="2147483676" r:id="rId26"/>
    <p:sldLayoutId id="2147483677" r:id="rId27"/>
    <p:sldLayoutId id="2147483678" r:id="rId28"/>
    <p:sldLayoutId id="2147483679" r:id="rId29"/>
    <p:sldLayoutId id="2147483680" r:id="rId30"/>
    <p:sldLayoutId id="2147483681" r:id="rId31"/>
    <p:sldLayoutId id="2147483682" r:id="rId32"/>
    <p:sldLayoutId id="2147483683" r:id="rId33"/>
    <p:sldLayoutId id="2147483684" r:id="rId34"/>
    <p:sldLayoutId id="2147483685" r:id="rId35"/>
    <p:sldLayoutId id="2147483686" r:id="rId3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 b="1">
                <a:solidFill>
                  <a:srgbClr val="FAFCFF"/>
                </a:solidFill>
                <a:latin typeface="Arial"/>
              </a:rPr>
              <a:t>AI-сервис автоматической генерации корпоративных презентаций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3770" y="2199720"/>
            <a:ext cx="4288279" cy="1483359"/>
          </a:xfrm>
        </p:spPr>
        <p:txBody>
          <a:bodyPr anchor="ctr"/>
          <a:lstStyle/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400" b="1">
                <a:solidFill>
                  <a:srgbClr val="FAFCFF"/>
                </a:solidFill>
                <a:latin typeface="Arial"/>
              </a:rPr>
              <a:t>Сократить время создания типовой презентации в 8–10 раз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400">
                <a:solidFill>
                  <a:srgbClr val="FAFCFF"/>
                </a:solidFill>
                <a:latin typeface="Arial"/>
              </a:rPr>
              <a:t>Автоматически создавать слайды по шаблонам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 anchor="ctr"/>
          <a:lstStyle/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400" b="1">
                <a:solidFill>
                  <a:srgbClr val="000000"/>
                </a:solidFill>
                <a:latin typeface="Arial"/>
              </a:rPr>
              <a:t>60% времени уходит на оформление презентации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400">
                <a:solidFill>
                  <a:srgbClr val="000000"/>
                </a:solidFill>
                <a:latin typeface="Arial"/>
              </a:rPr>
              <a:t>Качество зависит от навыков конкретного сотрудника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 b="1">
                <a:solidFill>
                  <a:srgbClr val="000000"/>
                </a:solidFill>
                <a:latin typeface="Arial"/>
              </a:rPr>
              <a:t>Проблема: ручная работа над презентацией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 b="1">
                <a:solidFill>
                  <a:srgbClr val="000000"/>
                </a:solidFill>
                <a:latin typeface="Arial"/>
              </a:rPr>
              <a:t>Наши решения: автоматизация процесса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00112"/>
            <a:ext cx="4054800" cy="1804518"/>
          </a:xfrm>
          <a:prstGeom prst="roundRect">
            <a:avLst/>
          </a:prstGeom>
          <a:solidFill>
            <a:srgbClr val="FAFCFF"/>
          </a:solidFill>
          <a:ln>
            <a:solidFill>
              <a:srgbClr val="00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37200" y="1607371"/>
            <a:ext cx="390000" cy="390000"/>
          </a:xfrm>
          <a:prstGeom prst="round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2200" y="1697371"/>
            <a:ext cx="109200" cy="36000"/>
          </a:xfrm>
          <a:prstGeom prst="round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2200" y="1782371"/>
            <a:ext cx="176800" cy="36000"/>
          </a:xfrm>
          <a:prstGeom prst="round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02200" y="1867371"/>
            <a:ext cx="228800" cy="36000"/>
          </a:xfrm>
          <a:prstGeom prst="round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7200" y="960112"/>
            <a:ext cx="3444800" cy="16845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Arial"/>
              </a:rPr>
              <a:t>Пользователь загружает текст, документ или тезисы.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32000" y="900112"/>
            <a:ext cx="4054800" cy="1804518"/>
          </a:xfrm>
          <a:prstGeom prst="roundRect">
            <a:avLst/>
          </a:prstGeom>
          <a:solidFill>
            <a:srgbClr val="FAFCFF"/>
          </a:solidFill>
          <a:ln>
            <a:solidFill>
              <a:srgbClr val="00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712000" y="1607371"/>
            <a:ext cx="390000" cy="390000"/>
          </a:xfrm>
          <a:prstGeom prst="round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777000" y="1697371"/>
            <a:ext cx="109200" cy="36000"/>
          </a:xfrm>
          <a:prstGeom prst="round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77000" y="1782371"/>
            <a:ext cx="176800" cy="36000"/>
          </a:xfrm>
          <a:prstGeom prst="round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777000" y="1867371"/>
            <a:ext cx="228800" cy="36000"/>
          </a:xfrm>
          <a:prstGeom prst="round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72000" y="960112"/>
            <a:ext cx="3444800" cy="16845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Arial"/>
              </a:rPr>
              <a:t>Система автоматически создаёт структуру презентации.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824630"/>
            <a:ext cx="4054800" cy="1804518"/>
          </a:xfrm>
          <a:prstGeom prst="roundRect">
            <a:avLst/>
          </a:prstGeom>
          <a:solidFill>
            <a:srgbClr val="FAFCFF"/>
          </a:solidFill>
          <a:ln>
            <a:solidFill>
              <a:srgbClr val="00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37200" y="3531889"/>
            <a:ext cx="390000" cy="390000"/>
          </a:xfrm>
          <a:prstGeom prst="round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02200" y="3621889"/>
            <a:ext cx="109200" cy="36000"/>
          </a:xfrm>
          <a:prstGeom prst="round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02200" y="3706889"/>
            <a:ext cx="176800" cy="36000"/>
          </a:xfrm>
          <a:prstGeom prst="round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02200" y="3791889"/>
            <a:ext cx="228800" cy="36000"/>
          </a:xfrm>
          <a:prstGeom prst="round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7200" y="2884630"/>
            <a:ext cx="3444800" cy="16845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Arial"/>
              </a:rPr>
              <a:t>Готовая корпоративная презентация в PPTX формате.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 b="1">
                <a:solidFill>
                  <a:srgbClr val="FAFCFF"/>
                </a:solidFill>
                <a:latin typeface="Arial"/>
              </a:rPr>
              <a:t>Как работает сервис: 5 шагов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77971" y="1880499"/>
            <a:ext cx="1856193" cy="423827"/>
          </a:xfrm>
          <a:prstGeom prst="roundRect">
            <a:avLst/>
          </a:prstGeom>
          <a:solidFill>
            <a:srgbClr val="252F3E"/>
          </a:solidFill>
          <a:ln>
            <a:solidFill>
              <a:srgbClr val="00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77971" y="1880499"/>
            <a:ext cx="58000" cy="423827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7971" y="2000499"/>
            <a:ext cx="141275" cy="141275"/>
          </a:xfrm>
          <a:prstGeom prst="round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AFC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9246" y="1985499"/>
            <a:ext cx="1394918" cy="191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AFCFF"/>
                </a:solidFill>
                <a:latin typeface="Arial"/>
              </a:rPr>
              <a:t>1. Анализ входных данных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7971" y="2211774"/>
            <a:ext cx="1586193" cy="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FAFCFF"/>
                </a:solidFill>
                <a:latin typeface="Arial"/>
              </a:rPr>
              <a:t>LLM определяет цель презентации, основные мысли и логическую последовательность материала.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84164" y="1880499"/>
            <a:ext cx="1856193" cy="423827"/>
          </a:xfrm>
          <a:prstGeom prst="roundRect">
            <a:avLst/>
          </a:prstGeom>
          <a:solidFill>
            <a:srgbClr val="252F3E"/>
          </a:solidFill>
          <a:ln>
            <a:solidFill>
              <a:srgbClr val="00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184164" y="1880499"/>
            <a:ext cx="58000" cy="423827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334164" y="2000499"/>
            <a:ext cx="141275" cy="141275"/>
          </a:xfrm>
          <a:prstGeom prst="round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AFC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55439" y="1985499"/>
            <a:ext cx="1394918" cy="191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AFCFF"/>
                </a:solidFill>
                <a:latin typeface="Arial"/>
              </a:rPr>
              <a:t>2. Построение структуры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4164" y="2211774"/>
            <a:ext cx="1586193" cy="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FAFCFF"/>
                </a:solidFill>
                <a:latin typeface="Arial"/>
              </a:rPr>
              <a:t>Формируется сценарий презентации: Problem → Insight → Solution → Evidence → Result.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77971" y="2434326"/>
            <a:ext cx="1856193" cy="423827"/>
          </a:xfrm>
          <a:prstGeom prst="roundRect">
            <a:avLst/>
          </a:prstGeom>
          <a:solidFill>
            <a:srgbClr val="252F3E"/>
          </a:solidFill>
          <a:ln>
            <a:solidFill>
              <a:srgbClr val="00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7971" y="2434326"/>
            <a:ext cx="58000" cy="423827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27971" y="2554326"/>
            <a:ext cx="141275" cy="141275"/>
          </a:xfrm>
          <a:prstGeom prst="round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AFC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9246" y="2539326"/>
            <a:ext cx="1394918" cy="191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AFCFF"/>
                </a:solidFill>
                <a:latin typeface="Arial"/>
              </a:rPr>
              <a:t>3. Генерация JSON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7971" y="2765601"/>
            <a:ext cx="1586193" cy="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FAFCFF"/>
                </a:solidFill>
                <a:latin typeface="Arial"/>
              </a:rPr>
              <a:t>Каждый слайд описывается в структурированном формате.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184164" y="2434326"/>
            <a:ext cx="1856193" cy="423827"/>
          </a:xfrm>
          <a:prstGeom prst="roundRect">
            <a:avLst/>
          </a:prstGeom>
          <a:solidFill>
            <a:srgbClr val="252F3E"/>
          </a:solidFill>
          <a:ln>
            <a:solidFill>
              <a:srgbClr val="00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184164" y="2434326"/>
            <a:ext cx="58000" cy="423827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334164" y="2554326"/>
            <a:ext cx="141275" cy="141275"/>
          </a:xfrm>
          <a:prstGeom prst="round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AFC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55439" y="2539326"/>
            <a:ext cx="1394918" cy="191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AFCFF"/>
                </a:solidFill>
                <a:latin typeface="Arial"/>
              </a:rPr>
              <a:t>4. Template Engine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34164" y="2765601"/>
            <a:ext cx="1586193" cy="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FAFCFF"/>
                </a:solidFill>
                <a:latin typeface="Arial"/>
              </a:rPr>
              <a:t>Алгоритм выбирает шаблон, размещает контент и адаптирует элементы под объём информации.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77971" y="2988153"/>
            <a:ext cx="1856193" cy="423827"/>
          </a:xfrm>
          <a:prstGeom prst="roundRect">
            <a:avLst/>
          </a:prstGeom>
          <a:solidFill>
            <a:srgbClr val="252F3E"/>
          </a:solidFill>
          <a:ln>
            <a:solidFill>
              <a:srgbClr val="00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77971" y="2988153"/>
            <a:ext cx="58000" cy="423827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27971" y="3108153"/>
            <a:ext cx="141275" cy="141275"/>
          </a:xfrm>
          <a:prstGeom prst="round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AFCFF"/>
                </a:solidFill>
                <a:latin typeface="Arial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9246" y="3093153"/>
            <a:ext cx="1394918" cy="191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AFCFF"/>
                </a:solidFill>
                <a:latin typeface="Arial"/>
              </a:rPr>
              <a:t>5. Quality Check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7971" y="3319428"/>
            <a:ext cx="1586193" cy="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FAFCFF"/>
                </a:solidFill>
                <a:latin typeface="Arial"/>
              </a:rPr>
              <a:t>Перед выгрузкой проверяются переполнение текста, отсутствующие элементы и соответствие шаблону.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 b="1">
                <a:solidFill>
                  <a:srgbClr val="000000"/>
                </a:solidFill>
                <a:latin typeface="Arial"/>
              </a:rPr>
              <a:t>LLM для смыслового анализа и детерминированный код для структуры.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 anchor="ctr"/>
          <a:lstStyle/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400" b="1">
                <a:solidFill>
                  <a:srgbClr val="000000"/>
                </a:solidFill>
                <a:latin typeface="Arial"/>
              </a:rPr>
              <a:t>Архитектура сервиса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 b="1">
                <a:solidFill>
                  <a:srgbClr val="FAFCFF"/>
                </a:solidFill>
                <a:latin typeface="Arial"/>
              </a:rPr>
              <a:t>Почему JSON + шаблоны?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00112"/>
            <a:ext cx="4024800" cy="3729037"/>
          </a:xfrm>
          <a:prstGeom prst="roundRect">
            <a:avLst/>
          </a:prstGeom>
          <a:solidFill>
            <a:srgbClr val="2C303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900112"/>
            <a:ext cx="4024800" cy="65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00000"/>
                </a:solidFill>
                <a:latin typeface="Arial"/>
              </a:rPr>
              <a:t>Только генеративный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7200" y="1620112"/>
            <a:ext cx="3844800" cy="293903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</a:pPr>
            <a:r>
              <a:rPr sz="1400">
                <a:solidFill>
                  <a:srgbClr val="FAFCFF"/>
                </a:solidFill>
                <a:latin typeface="Arial"/>
              </a:rPr>
              <a:t>Не контролирует оформление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FAFCFF"/>
                </a:solidFill>
                <a:latin typeface="Arial"/>
              </a:rPr>
              <a:t>Результат зависит от качества генерации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2000" y="900112"/>
            <a:ext cx="4024800" cy="3729037"/>
          </a:xfrm>
          <a:prstGeom prst="roundRect">
            <a:avLst/>
          </a:prstGeom>
          <a:solidFill>
            <a:srgbClr val="2C3035"/>
          </a:solidFill>
          <a:ln>
            <a:solidFill>
              <a:srgbClr val="00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662000" y="900112"/>
            <a:ext cx="4024800" cy="650000"/>
          </a:xfrm>
          <a:prstGeom prst="round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00000"/>
                </a:solidFill>
                <a:latin typeface="Arial"/>
              </a:rPr>
              <a:t>JSON + шаблоны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2000" y="1620112"/>
            <a:ext cx="3844800" cy="293903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</a:pPr>
            <a:r>
              <a:rPr sz="1400">
                <a:solidFill>
                  <a:srgbClr val="FAFCFF"/>
                </a:solidFill>
                <a:latin typeface="Arial"/>
              </a:rPr>
              <a:t>Оформление детерминировано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FAFCFF"/>
                </a:solidFill>
                <a:latin typeface="Arial"/>
              </a:rPr>
              <a:t>Стабильный результат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FAFCFF"/>
                </a:solidFill>
                <a:latin typeface="Arial"/>
              </a:rPr>
              <a:t>Контроль над структурой и содержанием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 b="1">
                <a:solidFill>
                  <a:srgbClr val="000000"/>
                </a:solidFill>
                <a:latin typeface="Arial"/>
              </a:rPr>
              <a:t>Как измеряем качество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00112"/>
            <a:ext cx="1819275" cy="1600200"/>
          </a:xfrm>
          <a:prstGeom prst="roundRect">
            <a:avLst/>
          </a:prstGeom>
          <a:solidFill>
            <a:srgbClr val="FEFFFF"/>
          </a:solidFill>
          <a:ln>
            <a:solidFill>
              <a:srgbClr val="00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00112"/>
            <a:ext cx="1819275" cy="960120"/>
          </a:xfrm>
          <a:prstGeom prst="rect">
            <a:avLst/>
          </a:prstGeom>
          <a:noFill/>
        </p:spPr>
        <p:txBody>
          <a:bodyPr wrap="none" lIns="50800" rIns="50800">
            <a:spAutoFit/>
          </a:bodyPr>
          <a:lstStyle/>
          <a:p>
            <a:r>
              <a:rPr sz="2800" b="1">
                <a:solidFill>
                  <a:srgbClr val="0077FF"/>
                </a:solidFill>
                <a:latin typeface="Arial"/>
              </a:rPr>
              <a:t>≥95%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60232"/>
            <a:ext cx="1819275" cy="640080"/>
          </a:xfrm>
          <a:prstGeom prst="rect">
            <a:avLst/>
          </a:prstGeom>
          <a:noFill/>
        </p:spPr>
        <p:txBody>
          <a:bodyPr wrap="none" lIns="50800" rIns="50800">
            <a:spAutoFit/>
          </a:bodyPr>
          <a:lstStyle/>
          <a:p>
            <a:r>
              <a:rPr sz="1300">
                <a:solidFill>
                  <a:srgbClr val="000000"/>
                </a:solidFill>
                <a:latin typeface="Arial"/>
              </a:rPr>
              <a:t>Корректная сборка слайдов без нарушения layout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93975" y="900112"/>
            <a:ext cx="1819275" cy="1600200"/>
          </a:xfrm>
          <a:prstGeom prst="roundRect">
            <a:avLst/>
          </a:prstGeom>
          <a:solidFill>
            <a:srgbClr val="FEFFFF"/>
          </a:solidFill>
          <a:ln>
            <a:solidFill>
              <a:srgbClr val="00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93975" y="900112"/>
            <a:ext cx="1819275" cy="960120"/>
          </a:xfrm>
          <a:prstGeom prst="rect">
            <a:avLst/>
          </a:prstGeom>
          <a:noFill/>
        </p:spPr>
        <p:txBody>
          <a:bodyPr wrap="none" lIns="50800" rIns="50800">
            <a:spAutoFit/>
          </a:bodyPr>
          <a:lstStyle/>
          <a:p>
            <a:r>
              <a:rPr sz="2800" b="1">
                <a:solidFill>
                  <a:srgbClr val="0077FF"/>
                </a:solidFill>
                <a:latin typeface="Arial"/>
              </a:rPr>
              <a:t>≥90%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93975" y="1860232"/>
            <a:ext cx="1819275" cy="640080"/>
          </a:xfrm>
          <a:prstGeom prst="rect">
            <a:avLst/>
          </a:prstGeom>
          <a:noFill/>
        </p:spPr>
        <p:txBody>
          <a:bodyPr wrap="none" lIns="50800" rIns="50800">
            <a:spAutoFit/>
          </a:bodyPr>
          <a:lstStyle/>
          <a:p>
            <a:r>
              <a:rPr sz="1400">
                <a:solidFill>
                  <a:srgbClr val="000000"/>
                </a:solidFill>
                <a:latin typeface="Arial"/>
              </a:rPr>
              <a:t>Соответствие корпоративным правилам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30750" y="900112"/>
            <a:ext cx="1819275" cy="1600200"/>
          </a:xfrm>
          <a:prstGeom prst="roundRect">
            <a:avLst/>
          </a:prstGeom>
          <a:solidFill>
            <a:srgbClr val="FEFFFF"/>
          </a:solidFill>
          <a:ln>
            <a:solidFill>
              <a:srgbClr val="00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30750" y="900112"/>
            <a:ext cx="1819275" cy="960120"/>
          </a:xfrm>
          <a:prstGeom prst="rect">
            <a:avLst/>
          </a:prstGeom>
          <a:noFill/>
        </p:spPr>
        <p:txBody>
          <a:bodyPr wrap="none" lIns="50800" rIns="50800">
            <a:spAutoFit/>
          </a:bodyPr>
          <a:lstStyle/>
          <a:p>
            <a:r>
              <a:rPr sz="2800" b="1">
                <a:solidFill>
                  <a:srgbClr val="0077FF"/>
                </a:solidFill>
                <a:latin typeface="Arial"/>
              </a:rPr>
              <a:t>≤10%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30750" y="1860232"/>
            <a:ext cx="1819275" cy="640080"/>
          </a:xfrm>
          <a:prstGeom prst="rect">
            <a:avLst/>
          </a:prstGeom>
          <a:noFill/>
        </p:spPr>
        <p:txBody>
          <a:bodyPr wrap="none" lIns="50800" rIns="50800">
            <a:spAutoFit/>
          </a:bodyPr>
          <a:lstStyle/>
          <a:p>
            <a:r>
              <a:rPr sz="1300">
                <a:solidFill>
                  <a:srgbClr val="000000"/>
                </a:solidFill>
                <a:latin typeface="Arial"/>
              </a:rPr>
              <a:t>Слайды, требующие ручной корректировки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67525" y="900112"/>
            <a:ext cx="1819275" cy="1600200"/>
          </a:xfrm>
          <a:prstGeom prst="roundRect">
            <a:avLst/>
          </a:prstGeom>
          <a:solidFill>
            <a:srgbClr val="FEFFFF"/>
          </a:solidFill>
          <a:ln>
            <a:solidFill>
              <a:srgbClr val="00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67525" y="900112"/>
            <a:ext cx="1819275" cy="960120"/>
          </a:xfrm>
          <a:prstGeom prst="rect">
            <a:avLst/>
          </a:prstGeom>
          <a:noFill/>
        </p:spPr>
        <p:txBody>
          <a:bodyPr wrap="none" lIns="50800" rIns="50800">
            <a:spAutoFit/>
          </a:bodyPr>
          <a:lstStyle/>
          <a:p>
            <a:r>
              <a:rPr sz="2800" b="1">
                <a:solidFill>
                  <a:srgbClr val="0077FF"/>
                </a:solidFill>
                <a:latin typeface="Arial"/>
              </a:rPr>
              <a:t>&lt;2 минут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67525" y="1860232"/>
            <a:ext cx="1819275" cy="640080"/>
          </a:xfrm>
          <a:prstGeom prst="rect">
            <a:avLst/>
          </a:prstGeom>
          <a:noFill/>
        </p:spPr>
        <p:txBody>
          <a:bodyPr wrap="none" lIns="50800" rIns="50800">
            <a:spAutoFit/>
          </a:bodyPr>
          <a:lstStyle/>
          <a:p>
            <a:r>
              <a:rPr sz="1400">
                <a:solidFill>
                  <a:srgbClr val="000000"/>
                </a:solidFill>
                <a:latin typeface="Arial"/>
              </a:rPr>
              <a:t>Генерация 10–15 слайдов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 b="1">
                <a:solidFill>
                  <a:srgbClr val="FAFCFF"/>
                </a:solidFill>
                <a:latin typeface="Arial"/>
              </a:rPr>
              <a:t>Бизнес-эффект: экономия времени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00112"/>
          <a:ext cx="8229600" cy="37290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1864518">
                <a:tc>
                  <a:txBody>
                    <a:bodyPr/>
                    <a:lstStyle/>
                    <a:p>
                      <a:pPr algn="ctr"/>
                      <a:r>
                        <a:rPr b="1">
                          <a:solidFill>
                            <a:srgbClr val="FAFCFF"/>
                          </a:solidFill>
                          <a:latin typeface="Arial"/>
                        </a:rPr>
                        <a:t>Количество презентаций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>
                          <a:solidFill>
                            <a:srgbClr val="FAFCFF"/>
                          </a:solidFill>
                          <a:latin typeface="Arial"/>
                        </a:rPr>
                        <a:t>Сэкономленное время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1864519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Arial"/>
                        </a:rPr>
                        <a:t>500 в месяц</a:t>
                      </a:r>
                    </a:p>
                  </a:txBody>
                  <a:tcPr marL="101600" marR="101600" marT="63500" marB="63500"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  <a:latin typeface="Arial"/>
                        </a:rPr>
                        <a:t>≈2,7 часа на одну презентацию</a:t>
                      </a:r>
                    </a:p>
                  </a:txBody>
                  <a:tcPr marL="101600" marR="101600" marT="63500" marB="63500">
                    <a:solidFill>
                      <a:srgbClr val="FAFC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 b="1">
                <a:solidFill>
                  <a:srgbClr val="000000"/>
                </a:solidFill>
                <a:latin typeface="Arial"/>
              </a:rPr>
              <a:t>Единый корпоративный стиль, быстрая коммуникация и масштабирование лучших практик.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5748" y="1127760"/>
            <a:ext cx="8572456" cy="3334456"/>
          </a:xfrm>
          <a:prstGeom prst="rect">
            <a:avLst/>
          </a:prstGeom>
          <a:noFill/>
        </p:spPr>
        <p:txBody>
          <a:bodyPr wrap="none" lIns="76200" rIns="76200" tIns="76200" bIns="7620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400" b="1">
                <a:solidFill>
                  <a:srgbClr val="000000"/>
                </a:solidFill>
                <a:latin typeface="Arial"/>
              </a:rPr>
              <a:t>Единый корпоративный стиль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400">
                <a:solidFill>
                  <a:srgbClr val="000000"/>
                </a:solidFill>
                <a:latin typeface="Arial"/>
              </a:rPr>
              <a:t>быстрая коммуникация и масштабирование лучших практик.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 b="1">
                <a:solidFill>
                  <a:srgbClr val="FAFCFF"/>
                </a:solidFill>
                <a:latin typeface="Arial"/>
              </a:rPr>
              <a:t>Масштабирование функциональности и интеграция с внутренними системами.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 anchor="ctr"/>
          <a:lstStyle/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400" b="1">
                <a:solidFill>
                  <a:srgbClr val="FAFCFF"/>
                </a:solidFill>
                <a:latin typeface="Arial"/>
              </a:rPr>
              <a:t>Развитие продукта: от MVP к корпоративной платформе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 b="1">
                <a:solidFill>
                  <a:srgbClr val="000000"/>
                </a:solidFill>
                <a:latin typeface="Arial"/>
              </a:rPr>
              <a:t>От данных до презентации — за минуты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5749" y="1127760"/>
            <a:ext cx="8553405" cy="3099917"/>
          </a:xfrm>
          <a:prstGeom prst="rect">
            <a:avLst/>
          </a:prstGeom>
          <a:noFill/>
        </p:spPr>
        <p:txBody>
          <a:bodyPr wrap="none" lIns="76200" rIns="76200" tIns="76200" bIns="7620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400" b="1">
                <a:solidFill>
                  <a:srgbClr val="000000"/>
                </a:solidFill>
                <a:latin typeface="Arial"/>
              </a:rPr>
              <a:t>8–10 раз быстрее создание презентаций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400">
                <a:solidFill>
                  <a:srgbClr val="000000"/>
                </a:solidFill>
                <a:latin typeface="Arial"/>
              </a:rPr>
              <a:t>&lt;10 мин до первой пригодной версии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400">
                <a:solidFill>
                  <a:srgbClr val="000000"/>
                </a:solidFill>
                <a:latin typeface="Arial"/>
              </a:rPr>
              <a:t>≥90% слайдов без ручной переработки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400">
                <a:solidFill>
                  <a:srgbClr val="000000"/>
                </a:solidFill>
                <a:latin typeface="Arial"/>
              </a:rPr>
              <a:t>≈24 млн ₽ / год потенциальный эффект в базовом расчётном сценарии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VK Tech">
  <a:themeElements>
    <a:clrScheme name="Пользовательские 5">
      <a:dk1>
        <a:srgbClr val="000000"/>
      </a:dk1>
      <a:lt1>
        <a:srgbClr val="FAFCFF"/>
      </a:lt1>
      <a:dk2>
        <a:srgbClr val="001515"/>
      </a:dk2>
      <a:lt2>
        <a:srgbClr val="FEFFFF"/>
      </a:lt2>
      <a:accent1>
        <a:srgbClr val="0077FF"/>
      </a:accent1>
      <a:accent2>
        <a:srgbClr val="FFFFFF"/>
      </a:accent2>
      <a:accent3>
        <a:srgbClr val="FF3885"/>
      </a:accent3>
      <a:accent4>
        <a:srgbClr val="202020"/>
      </a:accent4>
      <a:accent5>
        <a:srgbClr val="F7FAFE"/>
      </a:accent5>
      <a:accent6>
        <a:srgbClr val="D6ECFF"/>
      </a:accent6>
      <a:hlink>
        <a:srgbClr val="0563C1"/>
      </a:hlink>
      <a:folHlink>
        <a:srgbClr val="FE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VK Tech">
  <a:themeElements>
    <a:clrScheme name="Пользовательские 5">
      <a:dk1>
        <a:srgbClr val="000000"/>
      </a:dk1>
      <a:lt1>
        <a:srgbClr val="FAFCFF"/>
      </a:lt1>
      <a:dk2>
        <a:srgbClr val="001515"/>
      </a:dk2>
      <a:lt2>
        <a:srgbClr val="FEFFFF"/>
      </a:lt2>
      <a:accent1>
        <a:srgbClr val="0077FF"/>
      </a:accent1>
      <a:accent2>
        <a:srgbClr val="FFFFFF"/>
      </a:accent2>
      <a:accent3>
        <a:srgbClr val="FF3885"/>
      </a:accent3>
      <a:accent4>
        <a:srgbClr val="202020"/>
      </a:accent4>
      <a:accent5>
        <a:srgbClr val="F7FAFE"/>
      </a:accent5>
      <a:accent6>
        <a:srgbClr val="D6ECFF"/>
      </a:accent6>
      <a:hlink>
        <a:srgbClr val="0563C1"/>
      </a:hlink>
      <a:folHlink>
        <a:srgbClr val="FE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