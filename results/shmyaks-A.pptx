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0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hlinkClick r:id="rId3"/>
            <a:extLst>
              <a:ext uri="{FF2B5EF4-FFF2-40B4-BE49-F238E27FC236}">
                <a16:creationId xmlns:a16="http://schemas.microsoft.com/office/drawing/2014/main" id="{E5B58264-EB9E-4B14-A187-A0FD80FA11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DA8C80-26FB-4CAC-B495-28CD13A723A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Сокращаем время создания презентаций до 10 мин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210058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Создание корпоративной презентации из 10–15 слайдов обычно занимает 2–4 часа.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60%+ времени уходит на оформление, снижая эффективность и увеличивая время подготовки.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Решение с AI-сервисом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68910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Автоматически анализирует входные данные и строит структуру презентации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Выбирает корпоративный шаблон и формирует PPTX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72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Сокращает время подготовки в 8–10 раз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Создание типовой презентации за несколько минут вместо 2–4 часов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20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Гарантирует корректную сборку layout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Корректная сборка layout ≥95%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Уменьшает ручную рутину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Больше слайдов без ручной переработки ≥90%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20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120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770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770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770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20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Масштабирует лучшие шаблоны и практики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Автоматическая генерация графиков и редактирование слайдов через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Принцип работы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AI LLM анализирует содержание и структуру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Template Engine гарантирует корпоративный стиль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171695"/>
            <a:ext cx="26632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4246695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4336695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4421695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4506695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927" y="4231695"/>
            <a:ext cx="24244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Автоматическая генерация ключевых мыслей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400" y="4171695"/>
            <a:ext cx="26632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0400" y="4246695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5400" y="4336695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5400" y="4421695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5400" y="4506695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9127" y="4231695"/>
            <a:ext cx="24244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Предсказуемый и корректный формат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3600" y="4171695"/>
            <a:ext cx="26632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03600" y="4246695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8600" y="4336695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8600" y="4421695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68600" y="4506695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2327" y="4231695"/>
            <a:ext cx="24244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Быстрое создание слайдов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60422"/>
            <a:ext cx="26632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7200" y="4535422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2200" y="4625422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2200" y="4710422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2200" y="4795422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927" y="4520422"/>
            <a:ext cx="24244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Масштабируемая система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0400" y="4460422"/>
            <a:ext cx="2663200" cy="16872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20400" y="4535422"/>
            <a:ext cx="18727" cy="1872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85400" y="4625422"/>
            <a:ext cx="-4673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5400" y="4710422"/>
            <a:ext cx="-75665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85400" y="4795422"/>
            <a:ext cx="-9792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9127" y="4520422"/>
            <a:ext cx="2424473" cy="487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Анализ входных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Контроль качества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651760"/>
            <a:ext cx="2470573" cy="1600200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47057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Calibri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247057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Корректная сборка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6713" y="2651760"/>
            <a:ext cx="2470573" cy="1600200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6713" y="2651760"/>
            <a:ext cx="247057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Calibri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6713" y="3611880"/>
            <a:ext cx="247057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Соответствие корпоративному стилю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4786" y="2651760"/>
            <a:ext cx="2470573" cy="1600200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4786" y="2651760"/>
            <a:ext cx="247057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Calibri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786" y="3611880"/>
            <a:ext cx="247057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Слайды, требующие ручной правки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Если создаётся 500 презентаций в месяц, экономия составляет около 2,025 млн ₽ в месяц.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27761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Если создаётся 500 презентаций в месяц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экономия составляет около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Дополнительная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07187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Единый корпоративный стиль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Меньше ручной рутины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760215"/>
            <a:ext cx="4054800" cy="37446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3835215"/>
            <a:ext cx="224467" cy="22446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3925215"/>
            <a:ext cx="3967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4010215"/>
            <a:ext cx="64237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4095215"/>
            <a:ext cx="8313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667" y="3820215"/>
            <a:ext cx="3610333" cy="2544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Быстрое масштабирование лучших шаблонов и практик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3760215"/>
            <a:ext cx="4054800" cy="37446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3835215"/>
            <a:ext cx="224467" cy="22446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3925215"/>
            <a:ext cx="3967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4010215"/>
            <a:ext cx="64237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4095215"/>
            <a:ext cx="8313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6467" y="3820215"/>
            <a:ext cx="3610333" cy="2544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Сотрудник сосредотачивается на выводах и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54682"/>
            <a:ext cx="4054800" cy="37446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4329682"/>
            <a:ext cx="224467" cy="22446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419682"/>
            <a:ext cx="39676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504682"/>
            <a:ext cx="64237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589682"/>
            <a:ext cx="8313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667" y="4314682"/>
            <a:ext cx="3610333" cy="2544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Быстрая подготовка материалов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В MVP реализовано 8 шаблонов, текст → презентация, JSON-based генерация и базовая проверка качества.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07187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В MVP реализовано 8 шаблонов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текст → презентация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Пример промежуточного формата JSON для генерации слайда.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841248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Пример промежуточного формата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Архитектура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00337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00337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200" y="2820337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647" y="2805337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Входные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3021784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Текст, документ, тезисы, описание задачи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400" y="2700337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0400" y="2700337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0400" y="2820337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47" y="2805337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00" y="3021784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Content Parser → LLM → Structure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3600" y="2700337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3600" y="2700337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3600" y="2820337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047" y="2805337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STRUCTURED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600" y="3021784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Тип слайда + тексты + метрики + визуальные элементы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24680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24680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7200" y="3344680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47" y="3329680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PRESENTATION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00" y="3546127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Template Selector → Layout Engine → PPTX Builder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0400" y="3224680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50400" y="3224680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00400" y="3344680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47" y="3329680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Контроль качества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400" y="3546127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Overflow Check → Brand Check → Content Check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43600" y="3224680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43600" y="3224680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93600" y="3344680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5047" y="3329680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Выход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3600" y="3546127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Готовая корпоративная презентация .PPTX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10463"/>
            <a:ext cx="4054800" cy="399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7200" y="3785463"/>
            <a:ext cx="249343" cy="24934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2200" y="3875463"/>
            <a:ext cx="5012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2200" y="3960463"/>
            <a:ext cx="81153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2200" y="4045463"/>
            <a:ext cx="105021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543" y="3770463"/>
            <a:ext cx="3585457" cy="279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Предсказуемый результат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Результат остаётся предсказуемым и соответствует корпоративному стилю благодаря Template Engine.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32000" y="3710463"/>
            <a:ext cx="4054800" cy="399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12000" y="3785463"/>
            <a:ext cx="249343" cy="24934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77000" y="3875463"/>
            <a:ext cx="5012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77000" y="3960463"/>
            <a:ext cx="81153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77000" y="4045463"/>
            <a:ext cx="105021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1343" y="3770463"/>
            <a:ext cx="3585457" cy="279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Автоматизация процесса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Сервис автоматически анализирует и формирует презентацию, снижая ручной труд.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229806"/>
            <a:ext cx="4054800" cy="399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7200" y="4304806"/>
            <a:ext cx="249343" cy="249343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2200" y="4394806"/>
            <a:ext cx="5012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2200" y="4479806"/>
            <a:ext cx="81153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2200" y="4564806"/>
            <a:ext cx="105021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543" y="4289806"/>
            <a:ext cx="3585457" cy="279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Система может масштабироваться под различные корпоративные шаблоны и практики.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Завершение и 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68910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Получить первую пригодную версию презентации менее чем за </a:t>
            </a:r>
            <a:r>
              <a:rPr b="1" sz="1400">
                <a:solidFill>
                  <a:srgbClr val="000000"/>
                </a:solidFill>
                <a:latin typeface="Calibri"/>
              </a:rPr>
              <a:t>10 минут</a:t>
            </a:r>
            <a:r>
              <a:rPr sz="140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Сократить время подготовки типовой презентации в </a:t>
            </a:r>
            <a:r>
              <a:rPr b="1" sz="1400">
                <a:solidFill>
                  <a:srgbClr val="000000"/>
                </a:solidFill>
                <a:latin typeface="Calibri"/>
              </a:rPr>
              <a:t>8–10 раз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547872"/>
            <a:ext cx="3657600" cy="1184148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Уменьшить ручную работу на оформление до </a:t>
            </a:r>
            <a:r>
              <a:rPr b="1" sz="1400">
                <a:solidFill>
                  <a:srgbClr val="000000"/>
                </a:solidFill>
                <a:latin typeface="Calibri"/>
              </a:rPr>
              <a:t>60%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Масштабировать лучшие шаблоны и практики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638</Words>
  <Application>Microsoft Office PowerPoint</Application>
  <PresentationFormat>Экран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presentation-creation.ru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Кибербезопасность, презентация с сайта presentation-creation.ru</dc:title>
  <dc:subject>presentation-creation.ru</dc:subject>
  <dc:creator>presentation-creation.ru</dc:creator>
  <cp:lastModifiedBy>User Obstinate</cp:lastModifiedBy>
  <cp:revision>4</cp:revision>
  <dcterms:created xsi:type="dcterms:W3CDTF">2026-05-20T15:45:47Z</dcterms:created>
  <dcterms:modified xsi:type="dcterms:W3CDTF">2026-05-24T12:04:10Z</dcterms:modified>
</cp:coreProperties>
</file>