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Проблема: ручная сборка презентаций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423145"/>
            <a:ext cx="10972800" cy="1577605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Создание корпоративной презентации из 10–15 слайдов обычно занимает </a:t>
            </a:r>
            <a:r>
              <a:rPr b="1" sz="1600">
                <a:solidFill>
                  <a:srgbClr val="FFFFFF"/>
                </a:solidFill>
                <a:latin typeface="Arial"/>
              </a:rPr>
              <a:t>2–4 часа</a:t>
            </a:r>
            <a:r>
              <a:rPr sz="160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Основная часть времени уходит не на анализ, а на оформление.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Решение: автоматизация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AI-сервис автоматически создаёт презентации за несколько минут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Сокращает время подготовки в 8–10 раз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Архитектура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8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68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68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Входные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68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Текст, документ, тезисы, описание задачи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46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046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546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6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6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Content Parser → LLM → Structure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8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68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68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68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Тип слайда + тексты + метрики + визуальные элементы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46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46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46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6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PRESENTATION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46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Template Selector → Layout Engine → PPTX Builder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0" y="4772966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800" y="4772966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6800" y="4892966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6800" y="4877966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6800" y="5352966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Overflow Check → Brand Check → Content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Контроль качества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Метрика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2175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2175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2175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Корректная сборка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750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750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750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корпоративному стилю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7325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7325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7325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Слайды, требующие ручной правки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 экономией времени на создание презентаций компания может увеличить продуктивность сотрудников и сэкономить до 2,7…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С экономией времени на создание презентаций компания может увеличить продуктивность сотрудников и сэкономить до 2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7 часов на каждой презентации.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Дополнительная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50978" y="4835942"/>
            <a:ext cx="5821641" cy="159948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Единый корпоративный стиль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Уменьшение ручной работы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Концентрация на важных выводах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Развитие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5396400" cy="4629150"/>
          </a:xfrm>
          <a:prstGeom prst="roundRect">
            <a:avLst/>
          </a:prstGeom>
          <a:solidFill>
            <a:srgbClr val="2A3748"/>
          </a:solidFill>
          <a:ln>
            <a:solidFill>
              <a:srgbClr val="00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371600"/>
            <a:ext cx="5396400" cy="650000"/>
          </a:xfrm>
          <a:prstGeom prst="roundRect">
            <a:avLst/>
          </a:prstGeom>
          <a:solidFill>
            <a:srgbClr val="00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Текущий 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600" y="2091600"/>
            <a:ext cx="5216400" cy="3839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Text → Presentation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JSON-based generation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PPTX export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Basic quality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6000" y="1371600"/>
            <a:ext cx="5396400" cy="4629150"/>
          </a:xfrm>
          <a:prstGeom prst="roundRect">
            <a:avLst/>
          </a:prstGeom>
          <a:solidFill>
            <a:srgbClr val="2A3748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6000" y="1371600"/>
            <a:ext cx="53964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Будущие возможности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6000" y="2091600"/>
            <a:ext cx="5216400" cy="3839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Work with PDF, DOCX and tables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Automatic slide editing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Corporate template library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RAG from internal knowledge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Итоговый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50978" y="4835942"/>
            <a:ext cx="5821641" cy="159948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AI-сервис позволяет создавать корпоративные презентации за несколько минут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Сокращает время подготовки в 8–10 раз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Начать внедрение сервиса в реальных условиях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Оценить эффективность и масштабировать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592263"/>
            <a:ext cx="9753600" cy="4785677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AI-сервис значительно ускоряет процесс создания корпоративных презентаций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Повышает продуктивность и экономит время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Контакты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Свяжитесь с нами для получения дополнительной информации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Начните использовать AI-сервис для автоматической генерации презентаций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