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  <p:sldId id="261" r:id="rId6"/>
    <p:sldId id="262" r:id="rId5"/>
    <p:sldId id="263" r:id="rId4"/>
    <p:sldId id="264" r:id="rId3"/>
    <p:sldId id="265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0.xml"/><Relationship Id="rId3" Type="http://schemas.openxmlformats.org/officeDocument/2006/relationships/slide" Target="slides/slide9.xml"/><Relationship Id="rId4" Type="http://schemas.openxmlformats.org/officeDocument/2006/relationships/slide" Target="slides/slide8.xml"/><Relationship Id="rId5" Type="http://schemas.openxmlformats.org/officeDocument/2006/relationships/slide" Target="slides/slide7.xml"/><Relationship Id="rId6" Type="http://schemas.openxmlformats.org/officeDocument/2006/relationships/slide" Target="slides/slide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06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hyperlink" Target="https://presentation-creation.ru/" TargetMode="Externa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hlinkClick r:id="rId3"/>
            <a:extLst>
              <a:ext uri="{FF2B5EF4-FFF2-40B4-BE49-F238E27FC236}">
                <a16:creationId xmlns:a16="http://schemas.microsoft.com/office/drawing/2014/main" id="{E5B58264-EB9E-4B14-A187-A0FD80FA117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EDA8C80-26FB-4CAC-B495-28CD13A723AD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Создание типовой презентации занимает до 4 часов, из которых до 60% времени уходит на оформление.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48335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Создание типовой презентации занимает до 4 часов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из которых до 60% времени уходит на оформление.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Цель сервиса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689100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Сократить время подготовки типовой презентации в </a:t>
            </a:r>
            <a:r>
              <a:rPr b="1" sz="1400">
                <a:solidFill>
                  <a:srgbClr val="000000"/>
                </a:solidFill>
                <a:latin typeface="Calibri"/>
              </a:rPr>
              <a:t>8–10 раз</a:t>
            </a:r>
            <a:r>
              <a:rPr sz="1400">
                <a:solidFill>
                  <a:srgbClr val="000000"/>
                </a:solidFill>
                <a:latin typeface="Calibri"/>
              </a:rPr>
              <a:t> до нескольких минут.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Снизить время от </a:t>
            </a:r>
            <a:r>
              <a:rPr b="1" sz="1400">
                <a:solidFill>
                  <a:srgbClr val="000000"/>
                </a:solidFill>
                <a:latin typeface="Calibri"/>
              </a:rPr>
              <a:t>2–4 часов</a:t>
            </a:r>
            <a:r>
              <a:rPr sz="1400">
                <a:solidFill>
                  <a:srgbClr val="000000"/>
                </a:solidFill>
                <a:latin typeface="Calibri"/>
              </a:rPr>
              <a:t> до </a:t>
            </a:r>
            <a:r>
              <a:rPr b="1" sz="1400">
                <a:solidFill>
                  <a:srgbClr val="000000"/>
                </a:solidFill>
                <a:latin typeface="Calibri"/>
              </a:rPr>
              <a:t>15–25 минут</a:t>
            </a:r>
            <a:r>
              <a:rPr sz="1400">
                <a:solidFill>
                  <a:srgbClr val="000000"/>
                </a:solidFill>
                <a:latin typeface="Calibri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00337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7200" y="2957540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200" y="3047540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2200" y="3132540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2200" y="3217540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7200" y="2760337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Быстрое создание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Автоматическая генерация сокращает время на подготовку презентации.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000" y="2700337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12000" y="2957540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7000" y="3047540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77000" y="3132540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77000" y="3217540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2000" y="2760337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Корпоративный стиль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Гарантирует соответствие корпоративному стилю и единому оформлению.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24743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7200" y="3981946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200" y="4071946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2200" y="4156946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2200" y="4241946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200" y="3784743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Масштабируемость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Масштабирование лучших шаблонов и практик для всей команды.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Как работает сервис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2135124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Пользователь загружает текст, документы и тезисы.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Сервис анализирует данные и строит структуру презентации.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Автоматически формируется JSON с информацией о слайдах.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Выбирается корпоративный шаблон и собирается PPTX.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00337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7200" y="2957540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200" y="3047540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2200" y="3132540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2200" y="3217540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7200" y="2760337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Автоматический анализ данных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000" y="2700337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12000" y="2957540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7000" y="3047540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77000" y="3132540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77000" y="3217540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2000" y="2760337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Корпоративный стиль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24743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7200" y="3981946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200" y="4071946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2200" y="4156946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2200" y="4241946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200" y="3784743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Быстрая сборка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2000" y="3724743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12000" y="3981946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77000" y="4071946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77000" y="4156946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77000" y="4241946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2000" y="3784743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Масштабируемость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Пример промежуточного формата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2700337"/>
          <a:ext cx="8229600" cy="19288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964406"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FFFFF"/>
                          </a:solidFill>
                          <a:latin typeface="Calibri"/>
                        </a:rPr>
                        <a:t>slide_type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>
                          <a:solidFill>
                            <a:srgbClr val="FFFFFF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964406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metrics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Бизнес-эффект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000000"/>
                          </a:solidFill>
                          <a:latin typeface="Calibri"/>
                        </a:rPr>
                        <a:t>8–10x, &lt;10 мин</a:t>
                      </a:r>
                    </a:p>
                  </a:txBody>
                  <a:tcPr marL="101600" marR="101600" marT="63500" marB="635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Контроль качества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651760"/>
            <a:ext cx="2470573" cy="1600200"/>
          </a:xfrm>
          <a:prstGeom prst="roundRect">
            <a:avLst/>
          </a:prstGeom>
          <a:solidFill>
            <a:srgbClr val="E7E6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2470573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Calibri"/>
              </a:rPr>
              <a:t>≥95%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2470573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Корректная сборка layout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6713" y="2651760"/>
            <a:ext cx="2470573" cy="1600200"/>
          </a:xfrm>
          <a:prstGeom prst="roundRect">
            <a:avLst/>
          </a:prstGeom>
          <a:solidFill>
            <a:srgbClr val="E7E6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36713" y="2651760"/>
            <a:ext cx="2470573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Calibri"/>
              </a:rPr>
              <a:t>≥90%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6713" y="3611880"/>
            <a:ext cx="2470573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Соответствие корпоративному стилю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4786" y="2651760"/>
            <a:ext cx="2470573" cy="1600200"/>
          </a:xfrm>
          <a:prstGeom prst="roundRect">
            <a:avLst/>
          </a:prstGeom>
          <a:solidFill>
            <a:srgbClr val="E7E6E6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4786" y="2651760"/>
            <a:ext cx="2470573" cy="96012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2800" b="1">
                <a:solidFill>
                  <a:srgbClr val="4472C4"/>
                </a:solidFill>
                <a:latin typeface="Calibri"/>
              </a:rPr>
              <a:t>≤10%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4786" y="3611880"/>
            <a:ext cx="2470573" cy="640080"/>
          </a:xfrm>
          <a:prstGeom prst="rect">
            <a:avLst/>
          </a:prstGeom>
          <a:noFill/>
        </p:spPr>
        <p:txBody>
          <a:bodyPr wrap="none" lIns="50800" rIns="50800">
            <a:spAutoFit/>
          </a:bodyPr>
          <a:lstStyle/>
          <a:p>
            <a:r>
              <a:rPr sz="1400">
                <a:solidFill>
                  <a:srgbClr val="000000"/>
                </a:solidFill>
                <a:latin typeface="Calibri"/>
              </a:rPr>
              <a:t>Слайды для ручной правки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С экономией рабочего времени до 2,7 часа на каждую презентацию и потенциальным эффектом в 24 млн ₽ в год.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48335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С экономией рабочего времени до 2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7 часа на каждую презентацию и потенциальным эффектом в 24 млн ₽ в год.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Дополнительная ценность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89483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Единый корпоративный стиль обеспечивает согласованность презентаций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Меньше ручной рутины позволяет сосредоточиться на ключевых выводах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700337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7200" y="2957540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200" y="3047540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2200" y="3132540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2200" y="3217540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7200" y="2760337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Снижение ручной рутины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Сокращение времени на вёрстку и проверку стиля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000" y="2700337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12000" y="2957540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7000" y="3047540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77000" y="3132540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77000" y="3217540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72000" y="2760337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Быстрая подготовка материалов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Быстрое создание слайдов без необходимости переносить текст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24743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7200" y="3981946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200" y="4071946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2200" y="4156946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2200" y="4241946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200" y="3784743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Масштабирование лучших шаблонов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Использование проверенных практик и шаблонов для всех презентаций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32000" y="3724743"/>
            <a:ext cx="4054800" cy="904406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712000" y="3981946"/>
            <a:ext cx="390000" cy="390000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777000" y="4071946"/>
            <a:ext cx="1092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777000" y="4156946"/>
            <a:ext cx="176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77000" y="4241946"/>
            <a:ext cx="228800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72000" y="3784743"/>
            <a:ext cx="3444800" cy="78440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Концентрация сотрудников</a:t>
            </a:r>
          </a:p>
          <a:p>
            <a:r>
              <a:rPr sz="1400" b="0">
                <a:solidFill>
                  <a:srgbClr val="000000"/>
                </a:solidFill>
                <a:latin typeface="Calibri"/>
              </a:rPr>
              <a:t>Сотрудники могут сосредоточиться на анализе данных и выводах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Развитие продукта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00337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700337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7200" y="2820337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647" y="2805337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Минимальная функциональность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7200" y="3021784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8 шаблонов; Text → Presentation; JSON-based generation; PPTX export;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50400" y="2700337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50400" y="2700337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00400" y="2820337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47" y="2805337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Работа с PDF, DOCX и таблицами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0400" y="3021784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Расширение функциональности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43600" y="2700337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43600" y="2700337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3600" y="2820337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5047" y="2805337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Автоматическая генерация графиков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3600" y="3021784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Улучшение качества генерации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24680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24680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7200" y="3344680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647" y="3329680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Редактирование слайдов через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7200" y="3546127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Повышение гибкости использования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50400" y="3224680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50400" y="3224680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00400" y="3344680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47" y="3329680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Корпоративная база шаблонов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0400" y="3546127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Сохранение лучших практик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43600" y="3224680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43600" y="3224680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93600" y="3344680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5047" y="3329680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Интеграции с корпоративными системами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3600" y="3546127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Автоматизация процессов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710463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710463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07200" y="3830463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647" y="3815463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RAG по внутренней базе знаний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7200" y="4031910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Улучшение точности и полноты информации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50400" y="3710463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50400" y="3710463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400400" y="3830463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47" y="3815463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Интеграция с CRM и ERP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0400" y="4031910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Обеспечение единого взаимодействия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043600" y="3710463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043600" y="3710463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93600" y="3830463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5047" y="3815463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Автоматическое обновление данных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93600" y="4031910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Снижение ручной работы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234806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4234806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07200" y="4354806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647" y="4339806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Корректировка и улучшение качества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7200" y="4556253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Постоянное совершенствование продукта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250400" y="4234806"/>
            <a:ext cx="2643200" cy="394343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250400" y="4234806"/>
            <a:ext cx="58000" cy="394343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3400400" y="4354806"/>
            <a:ext cx="131447" cy="13144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11847" y="4339806"/>
            <a:ext cx="2191753" cy="181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0000"/>
                </a:solidFill>
                <a:latin typeface="Calibri"/>
              </a:rPr>
              <a:t>Поддержка масштабирования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00400" y="4556253"/>
            <a:ext cx="2373200" cy="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000000"/>
                </a:solidFill>
                <a:latin typeface="Calibri"/>
              </a:rPr>
              <a:t>Готовность к росту и развитию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Итоговый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48335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Создание презентаций </a:t>
            </a:r>
            <a:r>
              <a:rPr b="1" sz="1400">
                <a:solidFill>
                  <a:srgbClr val="000000"/>
                </a:solidFill>
                <a:latin typeface="Calibri"/>
              </a:rPr>
              <a:t>8–10 раз быстрее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Время до первой пригодной версии </a:t>
            </a:r>
            <a:r>
              <a:rPr b="1" sz="1400">
                <a:solidFill>
                  <a:srgbClr val="000000"/>
                </a:solidFill>
                <a:latin typeface="Calibri"/>
              </a:rPr>
              <a:t>менее чем за 10 минут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0" y="3547872"/>
            <a:ext cx="3657600" cy="1184148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Высокое качество с </a:t>
            </a:r>
            <a:r>
              <a:rPr b="1" sz="1400">
                <a:solidFill>
                  <a:srgbClr val="000000"/>
                </a:solidFill>
                <a:latin typeface="Calibri"/>
              </a:rPr>
              <a:t>≥90% слайдов без ручной переработки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Единый корпоративный стиль и меньше рутинной работы для сотрудников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801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00000"/>
                </a:solidFill>
                <a:latin typeface="Calibri Light"/>
              </a:rPr>
              <a:t>Следующий шаг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2596896"/>
            <a:ext cx="3657600" cy="1277619"/>
          </a:xfrm>
          <a:prstGeom prst="rect">
            <a:avLst/>
          </a:prstGeom>
          <a:noFill/>
        </p:spPr>
        <p:txBody>
          <a:bodyPr wrap="none" lIns="76200" rIns="76200" tIns="76200" bIns="76200" anchor="ctr">
            <a:spAutoFit/>
          </a:bodyPr>
          <a:lstStyle/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 b="1">
                <a:solidFill>
                  <a:srgbClr val="000000"/>
                </a:solidFill>
                <a:latin typeface="Calibri"/>
              </a:rPr>
              <a:t>Переход к пилотированию продукта</a:t>
            </a:r>
          </a:p>
          <a:p>
            <a:pPr algn="l">
              <a:lnSpc>
                <a:spcPct val="112000"/>
              </a:lnSpc>
              <a:spcAft>
                <a:spcPts val="1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Реализация основных функциональностей MVP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965955"/>
            <a:ext cx="4054800" cy="27159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37200" y="4040955"/>
            <a:ext cx="121597" cy="12159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2200" y="4130955"/>
            <a:ext cx="-3529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2200" y="4215955"/>
            <a:ext cx="-571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02200" y="4300955"/>
            <a:ext cx="-739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8797" y="4025955"/>
            <a:ext cx="3713203" cy="1515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Контроль качества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Проверка на корректность и соответствие корпоративному стилю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000" y="3965955"/>
            <a:ext cx="4054800" cy="27159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12000" y="4040955"/>
            <a:ext cx="121597" cy="12159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7000" y="4130955"/>
            <a:ext cx="-3529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777000" y="4215955"/>
            <a:ext cx="-571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777000" y="4300955"/>
            <a:ext cx="-739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03597" y="4025955"/>
            <a:ext cx="3713203" cy="1515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Быстрая генерация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Создание презентаций за несколько минут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357552"/>
            <a:ext cx="4054800" cy="271597"/>
          </a:xfrm>
          <a:prstGeom prst="roundRect">
            <a:avLst/>
          </a:prstGeom>
          <a:solidFill>
            <a:srgbClr val="E7E6E6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7200" y="4432552"/>
            <a:ext cx="121597" cy="121597"/>
          </a:xfrm>
          <a:prstGeom prst="round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02200" y="4522552"/>
            <a:ext cx="-3529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02200" y="4607552"/>
            <a:ext cx="-571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2200" y="4692552"/>
            <a:ext cx="-7394" cy="36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8797" y="4417552"/>
            <a:ext cx="3713203" cy="1515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200" b="1">
                <a:solidFill>
                  <a:srgbClr val="000000"/>
                </a:solidFill>
                <a:latin typeface="Calibri"/>
              </a:rPr>
              <a:t>Масштабируемость</a:t>
            </a:r>
          </a:p>
          <a:p>
            <a:r>
              <a:rPr sz="1200" b="0">
                <a:solidFill>
                  <a:srgbClr val="000000"/>
                </a:solidFill>
                <a:latin typeface="Calibri"/>
              </a:rPr>
              <a:t>Применение лучших шаблонов и практик для всех сотрудников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638</Words>
  <Application>Microsoft Office PowerPoint</Application>
  <PresentationFormat>Экран (16:9)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presentation-creation.ru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Кибербезопасность, презентация с сайта presentation-creation.ru</dc:title>
  <dc:subject>presentation-creation.ru</dc:subject>
  <dc:creator>presentation-creation.ru</dc:creator>
  <cp:lastModifiedBy>User Obstinate</cp:lastModifiedBy>
  <cp:revision>4</cp:revision>
  <dcterms:created xsi:type="dcterms:W3CDTF">2026-05-20T15:45:47Z</dcterms:created>
  <dcterms:modified xsi:type="dcterms:W3CDTF">2026-05-24T12:04:10Z</dcterms:modified>
</cp:coreProperties>
</file>