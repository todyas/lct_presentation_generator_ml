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Создание корпоративной презентации из 10–15 слайдов обычно занимает 2–4 часа.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Основная часть времени уходит не на анализ, а на оформление.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Проблема создания презентаций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Основная часть времени уходит не на анализ, а на поиск шаблона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перенос текста, вёрстку и проверку стиля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Время на оформление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Цель проекта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543050"/>
            <a:ext cx="5426400" cy="4629150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9600" y="3662625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4600" y="3752625"/>
            <a:ext cx="1092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4600" y="3837625"/>
            <a:ext cx="176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4600" y="3922625"/>
            <a:ext cx="228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9600" y="1603050"/>
            <a:ext cx="4816400" cy="4509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Сократить время подготовки типовой презентации в 8–10 раз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6000" y="1543050"/>
            <a:ext cx="5426400" cy="4629150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000" y="3662625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1000" y="3752625"/>
            <a:ext cx="1092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1000" y="3837625"/>
            <a:ext cx="176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1000" y="3922625"/>
            <a:ext cx="228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6000" y="1603050"/>
            <a:ext cx="4816400" cy="4509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Сократить время от 2–4 часов до 15–25 минут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Пользователь загружает текст, документы и тезисы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Сервис автоматически строит структуру презентации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Формирует готовые слайды с учётом корпоративного стиля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Решение: AI-сервис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Пример промежуточного формата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813" y="1773238"/>
          <a:ext cx="10874375" cy="4447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791"/>
                <a:gridCol w="3624791"/>
                <a:gridCol w="3624793"/>
              </a:tblGrid>
              <a:tr h="2223974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EBF3F9"/>
                          </a:solidFill>
                          <a:latin typeface="Arial"/>
                        </a:rPr>
                        <a:t>slide_type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EBF3F9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EBF3F9"/>
                          </a:solidFill>
                          <a:latin typeface="Arial"/>
                        </a:rPr>
                        <a:t>metrics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223975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metrics</a:t>
                      </a:r>
                    </a:p>
                  </a:txBody>
                  <a:tcPr marL="101600" marR="101600" marT="63500" marB="6350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Бизнес-эффект</a:t>
                      </a:r>
                    </a:p>
                  </a:txBody>
                  <a:tcPr marL="101600" marR="101600" marT="63500" marB="6350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8–10x, &lt;10 мин</a:t>
                      </a:r>
                    </a:p>
                  </a:txBody>
                  <a:tcPr marL="101600" marR="101600" marT="63500" marB="63500">
                    <a:solidFill>
                      <a:srgbClr val="EBF3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Архитектура системы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7334" y="1773238"/>
            <a:ext cx="2596833" cy="4427537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7334" y="1773238"/>
            <a:ext cx="58000" cy="442753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7334" y="1893238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BF3F9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7334" y="1878238"/>
            <a:ext cx="1886833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Входные 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334" y="2353238"/>
            <a:ext cx="2326833" cy="375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Текст, документы, тезисы и описание задачи.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4167" y="1773238"/>
            <a:ext cx="2596833" cy="4427537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4167" y="1773238"/>
            <a:ext cx="58000" cy="442753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74167" y="1893238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BF3F9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4167" y="1878238"/>
            <a:ext cx="1886833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AI-слой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4167" y="2353238"/>
            <a:ext cx="2326833" cy="375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Content Parser → LLM → Structure Generator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1000" y="1773238"/>
            <a:ext cx="2596833" cy="4427537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1000" y="1773238"/>
            <a:ext cx="58000" cy="442753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1000" y="1893238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BF3F9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000" y="1878238"/>
            <a:ext cx="1886833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Структурированный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1000" y="2353238"/>
            <a:ext cx="2326833" cy="375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Тип слайда + тексты + метрики + визуальные элементы.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7833" y="1773238"/>
            <a:ext cx="2596833" cy="4427537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7833" y="1773238"/>
            <a:ext cx="58000" cy="442753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67833" y="1893238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BF3F9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7833" y="1878238"/>
            <a:ext cx="1886833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Система генерации презентации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7833" y="2353238"/>
            <a:ext cx="2326833" cy="375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Template Selector → Layout Engine → PPTX Builder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Контроль качества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1514" y="692150"/>
            <a:ext cx="3408891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1514" y="692150"/>
            <a:ext cx="3408891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≥95%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514" y="1652270"/>
            <a:ext cx="3408891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Корректная сборка layout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7905" y="692150"/>
            <a:ext cx="3408891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97905" y="692150"/>
            <a:ext cx="3408891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≥90%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7905" y="1652270"/>
            <a:ext cx="3408891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Соответствие корпоративному стилю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4296" y="692150"/>
            <a:ext cx="3408891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4296" y="692150"/>
            <a:ext cx="3408891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≤10%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4296" y="1652270"/>
            <a:ext cx="3408891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Слайды, требующие ручной правки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Базовый расчёт показывает экономию времени на создание презентации и потенциальный финансовый эффект.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Бизнес-эффект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Единый корпоративный стиль обеспечивает согласованность презентаций.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Меньше ручной рутины позволяет сотрудникам сосредоточиться на ключевых выводах и данных.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Быстрее подготовка материалов снижает время на создание презентаций.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Масштабирование лучших шаблонов и практик улучшает качество презентаций.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Дополнительная ценность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Дальнейшее развитие включает расширение функциональности и интеграцию с корпоративными системами.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000000"/>
                </a:solidFill>
                <a:latin typeface="Arial"/>
              </a:rPr>
              <a:t>Развитие продукта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Минимально жизнеспособная версия (MVP) включает 8 шаблонов и базовую проверку качества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Итог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543050"/>
            <a:ext cx="5426400" cy="4629150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9600" y="3662625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4600" y="3752625"/>
            <a:ext cx="1092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4600" y="3837625"/>
            <a:ext cx="176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4600" y="3922625"/>
            <a:ext cx="228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9600" y="1603050"/>
            <a:ext cx="4816400" cy="4509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AI-сервис позволяет создавать презентации в 8–10 раз быстрее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6000" y="1543050"/>
            <a:ext cx="5426400" cy="4629150"/>
          </a:xfrm>
          <a:prstGeom prst="roundRect">
            <a:avLst/>
          </a:prstGeom>
          <a:solidFill>
            <a:srgbClr val="EBF3F9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000" y="3662625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1000" y="3752625"/>
            <a:ext cx="1092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1000" y="3837625"/>
            <a:ext cx="176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1000" y="3922625"/>
            <a:ext cx="228800" cy="36000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6000" y="1603050"/>
            <a:ext cx="4816400" cy="4509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При этом обеспечивается высокое качество и экономия времени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